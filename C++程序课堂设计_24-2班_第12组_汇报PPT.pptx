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ags/tag5.xml" ContentType="application/vnd.openxmlformats-officedocument.presentationml.tags+xml"/>
  <Override PartName="/ppt/theme/themeOverride4.xml" ContentType="application/vnd.openxmlformats-officedocument.themeOverride+xml"/>
  <Override PartName="/ppt/tags/tag6.xml" ContentType="application/vnd.openxmlformats-officedocument.presentationml.tags+xml"/>
  <Override PartName="/ppt/theme/themeOverride5.xml" ContentType="application/vnd.openxmlformats-officedocument.themeOverride+xml"/>
  <Override PartName="/ppt/tags/tag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6.xml" ContentType="application/vnd.openxmlformats-officedocument.themeOverride+xml"/>
  <Override PartName="/ppt/tags/tag8.xml" ContentType="application/vnd.openxmlformats-officedocument.presentationml.tags+xml"/>
  <Override PartName="/ppt/theme/themeOverride7.xml" ContentType="application/vnd.openxmlformats-officedocument.themeOverride+xml"/>
  <Override PartName="/ppt/tags/tag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8.xml" ContentType="application/vnd.openxmlformats-officedocument.themeOverride+xml"/>
  <Override PartName="/ppt/tags/tag10.xml" ContentType="application/vnd.openxmlformats-officedocument.presentationml.tags+xml"/>
  <Override PartName="/ppt/theme/themeOverride9.xml" ContentType="application/vnd.openxmlformats-officedocument.themeOverride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0.xml" ContentType="application/vnd.openxmlformats-officedocument.themeOverride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1.xml" ContentType="application/vnd.openxmlformats-officedocument.themeOverride+xml"/>
  <Override PartName="/ppt/tags/tag13.xml" ContentType="application/vnd.openxmlformats-officedocument.presentationml.tags+xml"/>
  <Override PartName="/ppt/theme/themeOverride12.xml" ContentType="application/vnd.openxmlformats-officedocument.themeOverride+xml"/>
  <Override PartName="/ppt/tags/tag14.xml" ContentType="application/vnd.openxmlformats-officedocument.presentationml.tags+xml"/>
  <Override PartName="/ppt/theme/themeOverride13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6" r:id="rId4"/>
    <p:sldId id="262" r:id="rId5"/>
    <p:sldId id="267" r:id="rId6"/>
    <p:sldId id="265" r:id="rId7"/>
    <p:sldId id="272" r:id="rId8"/>
    <p:sldId id="263" r:id="rId9"/>
    <p:sldId id="264" r:id="rId10"/>
    <p:sldId id="299" r:id="rId11"/>
    <p:sldId id="298" r:id="rId12"/>
    <p:sldId id="268" r:id="rId13"/>
    <p:sldId id="297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D462D-D5C4-47DB-B537-EFF39E2C808E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0714109-E089-4852-AC8F-CA06C8FBECB7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核心功能 </a:t>
          </a:r>
        </a:p>
      </dgm:t>
    </dgm:pt>
    <dgm:pt modelId="{9B4D1E5B-A072-4CD5-AD2E-1ED848C6750E}" type="parTrans" cxnId="{BB093504-C532-42CE-87CA-09AF42879C16}">
      <dgm:prSet/>
      <dgm:spPr/>
      <dgm:t>
        <a:bodyPr/>
        <a:lstStyle/>
        <a:p>
          <a:endParaRPr lang="zh-CN" altLang="en-US"/>
        </a:p>
      </dgm:t>
    </dgm:pt>
    <dgm:pt modelId="{27E4C28D-081F-477C-A65F-F1B29E92769B}" type="sibTrans" cxnId="{BB093504-C532-42CE-87CA-09AF42879C16}">
      <dgm:prSet/>
      <dgm:spPr/>
      <dgm:t>
        <a:bodyPr/>
        <a:lstStyle/>
        <a:p>
          <a:endParaRPr lang="zh-CN" altLang="en-US"/>
        </a:p>
      </dgm:t>
    </dgm:pt>
    <dgm:pt modelId="{F27DC6A9-5C07-48A0-B5FC-1E6AD4CA8411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1.</a:t>
          </a:r>
          <a:r>
            <a:rPr lang="zh-CN" dirty="0"/>
            <a:t>游戏模式 </a:t>
          </a:r>
        </a:p>
      </dgm:t>
    </dgm:pt>
    <dgm:pt modelId="{91C9491E-1A7F-4134-B5DD-ADBC20908883}" type="parTrans" cxnId="{6A295785-BD51-48DB-8891-BAEF76ADF5F5}">
      <dgm:prSet/>
      <dgm:spPr/>
      <dgm:t>
        <a:bodyPr/>
        <a:lstStyle/>
        <a:p>
          <a:endParaRPr lang="zh-CN" altLang="en-US"/>
        </a:p>
      </dgm:t>
    </dgm:pt>
    <dgm:pt modelId="{AF60B5D3-B8A3-4F0A-8C09-64663E245E2F}" type="sibTrans" cxnId="{6A295785-BD51-48DB-8891-BAEF76ADF5F5}">
      <dgm:prSet/>
      <dgm:spPr/>
      <dgm:t>
        <a:bodyPr/>
        <a:lstStyle/>
        <a:p>
          <a:endParaRPr lang="zh-CN" altLang="en-US"/>
        </a:p>
      </dgm:t>
    </dgm:pt>
    <dgm:pt modelId="{6C12E299-AED9-4FA4-8BC6-0D8AEA75EA06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双人对战（</a:t>
          </a:r>
          <a:r>
            <a:rPr lang="en-US" dirty="0"/>
            <a:t>PVP) </a:t>
          </a:r>
          <a:endParaRPr lang="zh-CN" dirty="0"/>
        </a:p>
      </dgm:t>
    </dgm:pt>
    <dgm:pt modelId="{F6AA48AC-F7EC-4F8D-AADD-88388667B74D}" type="parTrans" cxnId="{315560E0-1E62-4FA1-ACB2-C50061EB5940}">
      <dgm:prSet/>
      <dgm:spPr/>
      <dgm:t>
        <a:bodyPr/>
        <a:lstStyle/>
        <a:p>
          <a:endParaRPr lang="zh-CN" altLang="en-US"/>
        </a:p>
      </dgm:t>
    </dgm:pt>
    <dgm:pt modelId="{3F28D9FC-3D39-4D22-A899-D684825FDA91}" type="sibTrans" cxnId="{315560E0-1E62-4FA1-ACB2-C50061EB5940}">
      <dgm:prSet/>
      <dgm:spPr/>
      <dgm:t>
        <a:bodyPr/>
        <a:lstStyle/>
        <a:p>
          <a:endParaRPr lang="zh-CN" altLang="en-US"/>
        </a:p>
      </dgm:t>
    </dgm:pt>
    <dgm:pt modelId="{BD968154-5A8D-4D1B-91CC-2BE082C900BE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人机对战（</a:t>
          </a:r>
          <a:r>
            <a:rPr lang="en-US" dirty="0"/>
            <a:t>PVE</a:t>
          </a:r>
          <a:r>
            <a:rPr lang="zh-CN" dirty="0"/>
            <a:t>） </a:t>
          </a:r>
        </a:p>
      </dgm:t>
    </dgm:pt>
    <dgm:pt modelId="{45B676AD-7AF4-442E-BB72-612BF7E159D8}" type="parTrans" cxnId="{E611B7DB-7790-46B0-971D-AE38ADD8297C}">
      <dgm:prSet/>
      <dgm:spPr/>
      <dgm:t>
        <a:bodyPr/>
        <a:lstStyle/>
        <a:p>
          <a:endParaRPr lang="zh-CN" altLang="en-US"/>
        </a:p>
      </dgm:t>
    </dgm:pt>
    <dgm:pt modelId="{97CD9FCB-25AD-4C37-9A50-EE855B7FAE88}" type="sibTrans" cxnId="{E611B7DB-7790-46B0-971D-AE38ADD8297C}">
      <dgm:prSet/>
      <dgm:spPr/>
      <dgm:t>
        <a:bodyPr/>
        <a:lstStyle/>
        <a:p>
          <a:endParaRPr lang="zh-CN" altLang="en-US"/>
        </a:p>
      </dgm:t>
    </dgm:pt>
    <dgm:pt modelId="{AF77D4DE-BEB0-470F-B39F-DB9DD24F83B7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机机对战（</a:t>
          </a:r>
          <a:r>
            <a:rPr lang="en-US" dirty="0"/>
            <a:t>AI vs AI</a:t>
          </a:r>
          <a:r>
            <a:rPr lang="zh-CN" dirty="0"/>
            <a:t>） </a:t>
          </a:r>
        </a:p>
      </dgm:t>
    </dgm:pt>
    <dgm:pt modelId="{97B94A8A-0D84-4D9A-9979-4B3433020DD7}" type="parTrans" cxnId="{B47C3CBE-6CA9-410C-89AB-3EF00C4FD62C}">
      <dgm:prSet/>
      <dgm:spPr/>
      <dgm:t>
        <a:bodyPr/>
        <a:lstStyle/>
        <a:p>
          <a:endParaRPr lang="zh-CN" altLang="en-US"/>
        </a:p>
      </dgm:t>
    </dgm:pt>
    <dgm:pt modelId="{30E15B7A-8E8E-4091-B297-8E96D929DA03}" type="sibTrans" cxnId="{B47C3CBE-6CA9-410C-89AB-3EF00C4FD62C}">
      <dgm:prSet/>
      <dgm:spPr/>
      <dgm:t>
        <a:bodyPr/>
        <a:lstStyle/>
        <a:p>
          <a:endParaRPr lang="zh-CN" altLang="en-US"/>
        </a:p>
      </dgm:t>
    </dgm:pt>
    <dgm:pt modelId="{8F3EE341-FA1F-4571-BB14-FF9983F44E11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en-US"/>
            <a:t>2. </a:t>
          </a:r>
          <a:r>
            <a:rPr lang="zh-CN"/>
            <a:t>交互系统</a:t>
          </a:r>
        </a:p>
      </dgm:t>
    </dgm:pt>
    <dgm:pt modelId="{C7A8904B-C022-4BFB-AC19-DFBDE57AD57C}" type="parTrans" cxnId="{EE258D4C-F860-48A4-97B3-430F0BCBB62F}">
      <dgm:prSet/>
      <dgm:spPr/>
      <dgm:t>
        <a:bodyPr/>
        <a:lstStyle/>
        <a:p>
          <a:endParaRPr lang="zh-CN" altLang="en-US"/>
        </a:p>
      </dgm:t>
    </dgm:pt>
    <dgm:pt modelId="{E21E7B3D-879F-44AA-A2EC-98B358C0E0A7}" type="sibTrans" cxnId="{EE258D4C-F860-48A4-97B3-430F0BCBB62F}">
      <dgm:prSet/>
      <dgm:spPr/>
      <dgm:t>
        <a:bodyPr/>
        <a:lstStyle/>
        <a:p>
          <a:endParaRPr lang="zh-CN" altLang="en-US"/>
        </a:p>
      </dgm:t>
    </dgm:pt>
    <dgm:pt modelId="{58727EFE-21A6-40E7-BFF9-BBAA1FE40495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折叠式菜单界面 </a:t>
          </a:r>
        </a:p>
      </dgm:t>
    </dgm:pt>
    <dgm:pt modelId="{25275CB9-AC82-4DE0-91CE-22ED0ACB6930}" type="parTrans" cxnId="{A0CEA5F0-0DFA-486B-843F-E43DA1AAFE60}">
      <dgm:prSet/>
      <dgm:spPr/>
      <dgm:t>
        <a:bodyPr/>
        <a:lstStyle/>
        <a:p>
          <a:endParaRPr lang="zh-CN" altLang="en-US"/>
        </a:p>
      </dgm:t>
    </dgm:pt>
    <dgm:pt modelId="{0F3DA9FA-7409-4053-A697-950645A8BC23}" type="sibTrans" cxnId="{A0CEA5F0-0DFA-486B-843F-E43DA1AAFE60}">
      <dgm:prSet/>
      <dgm:spPr/>
      <dgm:t>
        <a:bodyPr/>
        <a:lstStyle/>
        <a:p>
          <a:endParaRPr lang="zh-CN" altLang="en-US"/>
        </a:p>
      </dgm:t>
    </dgm:pt>
    <dgm:pt modelId="{113877F9-B3E1-49A9-8307-14A229A527DE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棋盘点击落子 </a:t>
          </a:r>
        </a:p>
      </dgm:t>
    </dgm:pt>
    <dgm:pt modelId="{8611FAAF-E017-46D4-B912-4CDAF65A5EA8}" type="parTrans" cxnId="{E094A304-CA6D-40EB-8A0E-478ACE6C8440}">
      <dgm:prSet/>
      <dgm:spPr/>
      <dgm:t>
        <a:bodyPr/>
        <a:lstStyle/>
        <a:p>
          <a:endParaRPr lang="zh-CN" altLang="en-US"/>
        </a:p>
      </dgm:t>
    </dgm:pt>
    <dgm:pt modelId="{8A08B3D8-E9C1-4F1E-AA02-86C17A45B6CA}" type="sibTrans" cxnId="{E094A304-CA6D-40EB-8A0E-478ACE6C8440}">
      <dgm:prSet/>
      <dgm:spPr/>
      <dgm:t>
        <a:bodyPr/>
        <a:lstStyle/>
        <a:p>
          <a:endParaRPr lang="zh-CN" altLang="en-US"/>
        </a:p>
      </dgm:t>
    </dgm:pt>
    <dgm:pt modelId="{B96AF0C5-E7A3-40A8-9489-C1213254C6AF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游戏选项（投降</a:t>
          </a:r>
          <a:r>
            <a:rPr lang="en-US" dirty="0"/>
            <a:t>/</a:t>
          </a:r>
          <a:r>
            <a:rPr lang="zh-CN" dirty="0"/>
            <a:t>求和</a:t>
          </a:r>
          <a:r>
            <a:rPr lang="en-US" dirty="0"/>
            <a:t>/</a:t>
          </a:r>
          <a:r>
            <a:rPr lang="zh-CN" dirty="0"/>
            <a:t>退出）</a:t>
          </a:r>
        </a:p>
      </dgm:t>
    </dgm:pt>
    <dgm:pt modelId="{EE922C1F-15CC-4C70-BFB5-14328969BDD6}" type="parTrans" cxnId="{A68D5419-E370-4089-85F8-0964BA02A737}">
      <dgm:prSet/>
      <dgm:spPr/>
      <dgm:t>
        <a:bodyPr/>
        <a:lstStyle/>
        <a:p>
          <a:endParaRPr lang="zh-CN" altLang="en-US"/>
        </a:p>
      </dgm:t>
    </dgm:pt>
    <dgm:pt modelId="{4C8F34A5-FB56-448C-BC12-5F80BA22EFEF}" type="sibTrans" cxnId="{A68D5419-E370-4089-85F8-0964BA02A737}">
      <dgm:prSet/>
      <dgm:spPr/>
      <dgm:t>
        <a:bodyPr/>
        <a:lstStyle/>
        <a:p>
          <a:endParaRPr lang="zh-CN" altLang="en-US"/>
        </a:p>
      </dgm:t>
    </dgm:pt>
    <dgm:pt modelId="{5145D4D3-3EF3-4BC8-9C4E-20919F01D5C1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3. </a:t>
          </a:r>
          <a:r>
            <a:rPr lang="zh-CN" dirty="0"/>
            <a:t>游戏逻辑 </a:t>
          </a:r>
        </a:p>
      </dgm:t>
    </dgm:pt>
    <dgm:pt modelId="{0E1DC14E-FCAA-4CA5-AA1F-FF454B76B3B2}" type="parTrans" cxnId="{96EDCB7B-0ED3-406F-A5F7-DD417FA847C4}">
      <dgm:prSet/>
      <dgm:spPr/>
      <dgm:t>
        <a:bodyPr/>
        <a:lstStyle/>
        <a:p>
          <a:endParaRPr lang="zh-CN" altLang="en-US"/>
        </a:p>
      </dgm:t>
    </dgm:pt>
    <dgm:pt modelId="{235781D8-5C80-4119-BD21-E2A0C31CA27B}" type="sibTrans" cxnId="{96EDCB7B-0ED3-406F-A5F7-DD417FA847C4}">
      <dgm:prSet/>
      <dgm:spPr/>
      <dgm:t>
        <a:bodyPr/>
        <a:lstStyle/>
        <a:p>
          <a:endParaRPr lang="zh-CN" altLang="en-US"/>
        </a:p>
      </dgm:t>
    </dgm:pt>
    <dgm:pt modelId="{EACB8495-D340-448F-8995-7BED5F4818C8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五连珠胜负判定 </a:t>
          </a:r>
        </a:p>
      </dgm:t>
    </dgm:pt>
    <dgm:pt modelId="{09CB5C96-14CC-498B-98BF-D2697D891124}" type="parTrans" cxnId="{21E9D3B2-1A0E-4FD7-9A4D-44F53B481DC5}">
      <dgm:prSet/>
      <dgm:spPr/>
      <dgm:t>
        <a:bodyPr/>
        <a:lstStyle/>
        <a:p>
          <a:endParaRPr lang="zh-CN" altLang="en-US"/>
        </a:p>
      </dgm:t>
    </dgm:pt>
    <dgm:pt modelId="{AFE77883-2FC1-46B5-8234-81B9E25AD645}" type="sibTrans" cxnId="{21E9D3B2-1A0E-4FD7-9A4D-44F53B481DC5}">
      <dgm:prSet/>
      <dgm:spPr/>
      <dgm:t>
        <a:bodyPr/>
        <a:lstStyle/>
        <a:p>
          <a:endParaRPr lang="zh-CN" altLang="en-US"/>
        </a:p>
      </dgm:t>
    </dgm:pt>
    <dgm:pt modelId="{F9597220-0FF0-42C9-A30B-FF2FD7C2D548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自动切换玩家回合 </a:t>
          </a:r>
        </a:p>
      </dgm:t>
    </dgm:pt>
    <dgm:pt modelId="{5416F4DB-D03A-43BA-B0DB-AD3F8B1AE6C3}" type="parTrans" cxnId="{E83D19D3-4BEC-4BF3-8FB4-2162B629D90D}">
      <dgm:prSet/>
      <dgm:spPr/>
      <dgm:t>
        <a:bodyPr/>
        <a:lstStyle/>
        <a:p>
          <a:endParaRPr lang="zh-CN" altLang="en-US"/>
        </a:p>
      </dgm:t>
    </dgm:pt>
    <dgm:pt modelId="{8702D718-7C3F-42B8-8B29-D86571A5B14F}" type="sibTrans" cxnId="{E83D19D3-4BEC-4BF3-8FB4-2162B629D90D}">
      <dgm:prSet/>
      <dgm:spPr/>
      <dgm:t>
        <a:bodyPr/>
        <a:lstStyle/>
        <a:p>
          <a:endParaRPr lang="zh-CN" altLang="en-US"/>
        </a:p>
      </dgm:t>
    </dgm:pt>
    <dgm:pt modelId="{6D16BD8D-464E-492E-A260-CFA86BDC3497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先手黑棋规则 </a:t>
          </a:r>
        </a:p>
      </dgm:t>
    </dgm:pt>
    <dgm:pt modelId="{287E9767-FFBF-4E0C-90C1-414028381AFB}" type="parTrans" cxnId="{ABF52CD4-7BC0-4102-AA36-FCEBA44B11AD}">
      <dgm:prSet/>
      <dgm:spPr/>
      <dgm:t>
        <a:bodyPr/>
        <a:lstStyle/>
        <a:p>
          <a:endParaRPr lang="zh-CN" altLang="en-US"/>
        </a:p>
      </dgm:t>
    </dgm:pt>
    <dgm:pt modelId="{837B2576-36D7-4CE3-981F-C7B7CB96CCAF}" type="sibTrans" cxnId="{ABF52CD4-7BC0-4102-AA36-FCEBA44B11AD}">
      <dgm:prSet/>
      <dgm:spPr/>
      <dgm:t>
        <a:bodyPr/>
        <a:lstStyle/>
        <a:p>
          <a:endParaRPr lang="zh-CN" altLang="en-US"/>
        </a:p>
      </dgm:t>
    </dgm:pt>
    <dgm:pt modelId="{20F30182-D3FD-4E4D-B173-7F4DE60FC60D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en-US"/>
            <a:t>4. AI </a:t>
          </a:r>
          <a:r>
            <a:rPr lang="zh-CN"/>
            <a:t>系统 </a:t>
          </a:r>
        </a:p>
      </dgm:t>
    </dgm:pt>
    <dgm:pt modelId="{A22D7941-50C8-40FE-975B-232172734970}" type="parTrans" cxnId="{14B2FD68-B0B8-4BD1-928C-8C46E8DDC5F6}">
      <dgm:prSet/>
      <dgm:spPr/>
      <dgm:t>
        <a:bodyPr/>
        <a:lstStyle/>
        <a:p>
          <a:endParaRPr lang="zh-CN" altLang="en-US"/>
        </a:p>
      </dgm:t>
    </dgm:pt>
    <dgm:pt modelId="{749836AB-96D6-4206-B3A3-0C4C86FE3DB3}" type="sibTrans" cxnId="{14B2FD68-B0B8-4BD1-928C-8C46E8DDC5F6}">
      <dgm:prSet/>
      <dgm:spPr/>
      <dgm:t>
        <a:bodyPr/>
        <a:lstStyle/>
        <a:p>
          <a:endParaRPr lang="zh-CN" altLang="en-US"/>
        </a:p>
      </dgm:t>
    </dgm:pt>
    <dgm:pt modelId="{C65DE85E-9DBC-4E37-BF44-48228CBFC577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基于评分表的决策算法 </a:t>
          </a:r>
        </a:p>
      </dgm:t>
    </dgm:pt>
    <dgm:pt modelId="{917D6F09-1C5F-410C-A4EA-9E2AB7943ED0}" type="parTrans" cxnId="{8EC5E59D-047A-4D3E-A094-4C3F8663B28A}">
      <dgm:prSet/>
      <dgm:spPr/>
      <dgm:t>
        <a:bodyPr/>
        <a:lstStyle/>
        <a:p>
          <a:endParaRPr lang="zh-CN" altLang="en-US"/>
        </a:p>
      </dgm:t>
    </dgm:pt>
    <dgm:pt modelId="{AF63C7E0-4963-41D2-9C12-AE9CFEAE2A53}" type="sibTrans" cxnId="{8EC5E59D-047A-4D3E-A094-4C3F8663B28A}">
      <dgm:prSet/>
      <dgm:spPr/>
      <dgm:t>
        <a:bodyPr/>
        <a:lstStyle/>
        <a:p>
          <a:endParaRPr lang="zh-CN" altLang="en-US"/>
        </a:p>
      </dgm:t>
    </dgm:pt>
    <dgm:pt modelId="{15F8485F-652D-4199-AA17-220BE788A4CE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四方向棋型分析（水平</a:t>
          </a:r>
          <a:r>
            <a:rPr lang="en-US" dirty="0"/>
            <a:t>/</a:t>
          </a:r>
          <a:r>
            <a:rPr lang="zh-CN" dirty="0"/>
            <a:t>垂直</a:t>
          </a:r>
          <a:r>
            <a:rPr lang="en-US" dirty="0"/>
            <a:t>/</a:t>
          </a:r>
          <a:r>
            <a:rPr lang="zh-CN" dirty="0"/>
            <a:t>对角线） </a:t>
          </a:r>
        </a:p>
      </dgm:t>
    </dgm:pt>
    <dgm:pt modelId="{107F75F3-865C-4981-926C-89957AC62B81}" type="parTrans" cxnId="{E8F0C72F-ADC7-400C-BBFF-8BA77561A24D}">
      <dgm:prSet/>
      <dgm:spPr/>
      <dgm:t>
        <a:bodyPr/>
        <a:lstStyle/>
        <a:p>
          <a:endParaRPr lang="zh-CN" altLang="en-US"/>
        </a:p>
      </dgm:t>
    </dgm:pt>
    <dgm:pt modelId="{36EFCCBD-484B-4FA1-A11A-6DC0C5DBE6FD}" type="sibTrans" cxnId="{E8F0C72F-ADC7-400C-BBFF-8BA77561A24D}">
      <dgm:prSet/>
      <dgm:spPr/>
      <dgm:t>
        <a:bodyPr/>
        <a:lstStyle/>
        <a:p>
          <a:endParaRPr lang="zh-CN" altLang="en-US"/>
        </a:p>
      </dgm:t>
    </dgm:pt>
    <dgm:pt modelId="{47E07321-AAD2-4EC9-A8A6-D85CEB854863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智能防御与进攻策略</a:t>
          </a:r>
        </a:p>
      </dgm:t>
    </dgm:pt>
    <dgm:pt modelId="{0703F3E2-142D-4E95-8246-7AFD17434299}" type="parTrans" cxnId="{1A0F3C38-D6B4-4C62-B9CA-F42FE5D1ECFE}">
      <dgm:prSet/>
      <dgm:spPr/>
      <dgm:t>
        <a:bodyPr/>
        <a:lstStyle/>
        <a:p>
          <a:endParaRPr lang="zh-CN" altLang="en-US"/>
        </a:p>
      </dgm:t>
    </dgm:pt>
    <dgm:pt modelId="{9107BB4C-2FC1-47AD-B551-E439C18578E4}" type="sibTrans" cxnId="{1A0F3C38-D6B4-4C62-B9CA-F42FE5D1ECFE}">
      <dgm:prSet/>
      <dgm:spPr/>
      <dgm:t>
        <a:bodyPr/>
        <a:lstStyle/>
        <a:p>
          <a:endParaRPr lang="zh-CN" altLang="en-US"/>
        </a:p>
      </dgm:t>
    </dgm:pt>
    <dgm:pt modelId="{7A12F7BF-F197-46EE-863B-9E8BE7AB1BB1}">
      <dgm:prSet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对局结果导出功能</a:t>
          </a:r>
          <a:r>
            <a:rPr lang="zh-CN" dirty="0"/>
            <a:t> </a:t>
          </a:r>
        </a:p>
      </dgm:t>
    </dgm:pt>
    <dgm:pt modelId="{F54B3AB8-79CE-4836-9597-69A1E904397E}" type="parTrans" cxnId="{A27559F6-F4F2-4B5F-93CD-955BE2137FD5}">
      <dgm:prSet/>
      <dgm:spPr/>
    </dgm:pt>
    <dgm:pt modelId="{6F412699-B27D-412D-816D-D1D82C9A36D4}" type="sibTrans" cxnId="{A27559F6-F4F2-4B5F-93CD-955BE2137FD5}">
      <dgm:prSet/>
      <dgm:spPr/>
    </dgm:pt>
    <dgm:pt modelId="{A973DD2B-C8F1-4EDF-8DF0-8F05055CE369}" type="pres">
      <dgm:prSet presAssocID="{9BDD462D-D5C4-47DB-B537-EFF39E2C808E}" presName="composite" presStyleCnt="0">
        <dgm:presLayoutVars>
          <dgm:chMax val="1"/>
          <dgm:dir/>
          <dgm:resizeHandles val="exact"/>
        </dgm:presLayoutVars>
      </dgm:prSet>
      <dgm:spPr/>
    </dgm:pt>
    <dgm:pt modelId="{F44F8ACF-655D-487C-B9CB-069EE7923D59}" type="pres">
      <dgm:prSet presAssocID="{10714109-E089-4852-AC8F-CA06C8FBECB7}" presName="roof" presStyleLbl="dkBgShp" presStyleIdx="0" presStyleCnt="2" custLinFactNeighborX="-4948" custLinFactNeighborY="-417"/>
      <dgm:spPr/>
    </dgm:pt>
    <dgm:pt modelId="{6B450DE8-1509-4B55-8E14-15A35447B145}" type="pres">
      <dgm:prSet presAssocID="{10714109-E089-4852-AC8F-CA06C8FBECB7}" presName="pillars" presStyleCnt="0"/>
      <dgm:spPr/>
    </dgm:pt>
    <dgm:pt modelId="{9FA321BB-40E1-40BA-ADE6-85A92AC2A394}" type="pres">
      <dgm:prSet presAssocID="{10714109-E089-4852-AC8F-CA06C8FBECB7}" presName="pillar1" presStyleLbl="node1" presStyleIdx="0" presStyleCnt="4">
        <dgm:presLayoutVars>
          <dgm:bulletEnabled val="1"/>
        </dgm:presLayoutVars>
      </dgm:prSet>
      <dgm:spPr/>
    </dgm:pt>
    <dgm:pt modelId="{ABFA82C8-372B-4E4A-BB08-97265A70DCAB}" type="pres">
      <dgm:prSet presAssocID="{8F3EE341-FA1F-4571-BB14-FF9983F44E11}" presName="pillarX" presStyleLbl="node1" presStyleIdx="1" presStyleCnt="4">
        <dgm:presLayoutVars>
          <dgm:bulletEnabled val="1"/>
        </dgm:presLayoutVars>
      </dgm:prSet>
      <dgm:spPr/>
    </dgm:pt>
    <dgm:pt modelId="{5C3C15D7-ECA2-4722-86A6-68150C4A267F}" type="pres">
      <dgm:prSet presAssocID="{5145D4D3-3EF3-4BC8-9C4E-20919F01D5C1}" presName="pillarX" presStyleLbl="node1" presStyleIdx="2" presStyleCnt="4">
        <dgm:presLayoutVars>
          <dgm:bulletEnabled val="1"/>
        </dgm:presLayoutVars>
      </dgm:prSet>
      <dgm:spPr/>
    </dgm:pt>
    <dgm:pt modelId="{A1182CE3-3C65-410C-A49F-BEC61A8D88B6}" type="pres">
      <dgm:prSet presAssocID="{20F30182-D3FD-4E4D-B173-7F4DE60FC60D}" presName="pillarX" presStyleLbl="node1" presStyleIdx="3" presStyleCnt="4">
        <dgm:presLayoutVars>
          <dgm:bulletEnabled val="1"/>
        </dgm:presLayoutVars>
      </dgm:prSet>
      <dgm:spPr/>
    </dgm:pt>
    <dgm:pt modelId="{05B4991D-8122-4838-A13C-910887104020}" type="pres">
      <dgm:prSet presAssocID="{10714109-E089-4852-AC8F-CA06C8FBECB7}" presName="base" presStyleLbl="dkBgShp" presStyleIdx="1" presStyleCnt="2"/>
      <dgm:spPr>
        <a:solidFill>
          <a:schemeClr val="tx1">
            <a:lumMod val="60000"/>
            <a:lumOff val="40000"/>
          </a:schemeClr>
        </a:solidFill>
      </dgm:spPr>
    </dgm:pt>
  </dgm:ptLst>
  <dgm:cxnLst>
    <dgm:cxn modelId="{5F204300-E520-4CD0-9B82-AD725F177EE0}" type="presOf" srcId="{7A12F7BF-F197-46EE-863B-9E8BE7AB1BB1}" destId="{ABFA82C8-372B-4E4A-BB08-97265A70DCAB}" srcOrd="0" destOrd="4" presId="urn:microsoft.com/office/officeart/2005/8/layout/hList3"/>
    <dgm:cxn modelId="{B9FBC203-BFB8-41FE-905C-A8574C0452F2}" type="presOf" srcId="{9BDD462D-D5C4-47DB-B537-EFF39E2C808E}" destId="{A973DD2B-C8F1-4EDF-8DF0-8F05055CE369}" srcOrd="0" destOrd="0" presId="urn:microsoft.com/office/officeart/2005/8/layout/hList3"/>
    <dgm:cxn modelId="{BB093504-C532-42CE-87CA-09AF42879C16}" srcId="{9BDD462D-D5C4-47DB-B537-EFF39E2C808E}" destId="{10714109-E089-4852-AC8F-CA06C8FBECB7}" srcOrd="0" destOrd="0" parTransId="{9B4D1E5B-A072-4CD5-AD2E-1ED848C6750E}" sibTransId="{27E4C28D-081F-477C-A65F-F1B29E92769B}"/>
    <dgm:cxn modelId="{E094A304-CA6D-40EB-8A0E-478ACE6C8440}" srcId="{8F3EE341-FA1F-4571-BB14-FF9983F44E11}" destId="{113877F9-B3E1-49A9-8307-14A229A527DE}" srcOrd="1" destOrd="0" parTransId="{8611FAAF-E017-46D4-B912-4CDAF65A5EA8}" sibTransId="{8A08B3D8-E9C1-4F1E-AA02-86C17A45B6CA}"/>
    <dgm:cxn modelId="{34422810-C026-4EBA-81E3-014236D4D88C}" type="presOf" srcId="{20F30182-D3FD-4E4D-B173-7F4DE60FC60D}" destId="{A1182CE3-3C65-410C-A49F-BEC61A8D88B6}" srcOrd="0" destOrd="0" presId="urn:microsoft.com/office/officeart/2005/8/layout/hList3"/>
    <dgm:cxn modelId="{564FD015-409A-42F2-818A-4AE6714630D1}" type="presOf" srcId="{AF77D4DE-BEB0-470F-B39F-DB9DD24F83B7}" destId="{9FA321BB-40E1-40BA-ADE6-85A92AC2A394}" srcOrd="0" destOrd="3" presId="urn:microsoft.com/office/officeart/2005/8/layout/hList3"/>
    <dgm:cxn modelId="{A68D5419-E370-4089-85F8-0964BA02A737}" srcId="{8F3EE341-FA1F-4571-BB14-FF9983F44E11}" destId="{B96AF0C5-E7A3-40A8-9489-C1213254C6AF}" srcOrd="2" destOrd="0" parTransId="{EE922C1F-15CC-4C70-BFB5-14328969BDD6}" sibTransId="{4C8F34A5-FB56-448C-BC12-5F80BA22EFEF}"/>
    <dgm:cxn modelId="{03B79128-9D6E-4A67-8CFE-9D3434CEF63B}" type="presOf" srcId="{EACB8495-D340-448F-8995-7BED5F4818C8}" destId="{5C3C15D7-ECA2-4722-86A6-68150C4A267F}" srcOrd="0" destOrd="1" presId="urn:microsoft.com/office/officeart/2005/8/layout/hList3"/>
    <dgm:cxn modelId="{E8F0C72F-ADC7-400C-BBFF-8BA77561A24D}" srcId="{20F30182-D3FD-4E4D-B173-7F4DE60FC60D}" destId="{15F8485F-652D-4199-AA17-220BE788A4CE}" srcOrd="1" destOrd="0" parTransId="{107F75F3-865C-4981-926C-89957AC62B81}" sibTransId="{36EFCCBD-484B-4FA1-A11A-6DC0C5DBE6FD}"/>
    <dgm:cxn modelId="{C7167130-11B6-49AF-BBFF-A01789B9CAAF}" type="presOf" srcId="{BD968154-5A8D-4D1B-91CC-2BE082C900BE}" destId="{9FA321BB-40E1-40BA-ADE6-85A92AC2A394}" srcOrd="0" destOrd="2" presId="urn:microsoft.com/office/officeart/2005/8/layout/hList3"/>
    <dgm:cxn modelId="{1A0F3C38-D6B4-4C62-B9CA-F42FE5D1ECFE}" srcId="{20F30182-D3FD-4E4D-B173-7F4DE60FC60D}" destId="{47E07321-AAD2-4EC9-A8A6-D85CEB854863}" srcOrd="2" destOrd="0" parTransId="{0703F3E2-142D-4E95-8246-7AFD17434299}" sibTransId="{9107BB4C-2FC1-47AD-B551-E439C18578E4}"/>
    <dgm:cxn modelId="{94B7015F-2028-408A-964C-8DDF2DBB9637}" type="presOf" srcId="{47E07321-AAD2-4EC9-A8A6-D85CEB854863}" destId="{A1182CE3-3C65-410C-A49F-BEC61A8D88B6}" srcOrd="0" destOrd="3" presId="urn:microsoft.com/office/officeart/2005/8/layout/hList3"/>
    <dgm:cxn modelId="{14B2FD68-B0B8-4BD1-928C-8C46E8DDC5F6}" srcId="{10714109-E089-4852-AC8F-CA06C8FBECB7}" destId="{20F30182-D3FD-4E4D-B173-7F4DE60FC60D}" srcOrd="3" destOrd="0" parTransId="{A22D7941-50C8-40FE-975B-232172734970}" sibTransId="{749836AB-96D6-4206-B3A3-0C4C86FE3DB3}"/>
    <dgm:cxn modelId="{EE258D4C-F860-48A4-97B3-430F0BCBB62F}" srcId="{10714109-E089-4852-AC8F-CA06C8FBECB7}" destId="{8F3EE341-FA1F-4571-BB14-FF9983F44E11}" srcOrd="1" destOrd="0" parTransId="{C7A8904B-C022-4BFB-AC19-DFBDE57AD57C}" sibTransId="{E21E7B3D-879F-44AA-A2EC-98B358C0E0A7}"/>
    <dgm:cxn modelId="{3A0A5857-A18E-4051-8A6B-8E29E736EA80}" type="presOf" srcId="{15F8485F-652D-4199-AA17-220BE788A4CE}" destId="{A1182CE3-3C65-410C-A49F-BEC61A8D88B6}" srcOrd="0" destOrd="2" presId="urn:microsoft.com/office/officeart/2005/8/layout/hList3"/>
    <dgm:cxn modelId="{30618D77-179D-4450-8F1E-38650DFFE0FB}" type="presOf" srcId="{113877F9-B3E1-49A9-8307-14A229A527DE}" destId="{ABFA82C8-372B-4E4A-BB08-97265A70DCAB}" srcOrd="0" destOrd="2" presId="urn:microsoft.com/office/officeart/2005/8/layout/hList3"/>
    <dgm:cxn modelId="{96EDCB7B-0ED3-406F-A5F7-DD417FA847C4}" srcId="{10714109-E089-4852-AC8F-CA06C8FBECB7}" destId="{5145D4D3-3EF3-4BC8-9C4E-20919F01D5C1}" srcOrd="2" destOrd="0" parTransId="{0E1DC14E-FCAA-4CA5-AA1F-FF454B76B3B2}" sibTransId="{235781D8-5C80-4119-BD21-E2A0C31CA27B}"/>
    <dgm:cxn modelId="{EE13417E-D05F-44EA-9015-5563B63822A1}" type="presOf" srcId="{B96AF0C5-E7A3-40A8-9489-C1213254C6AF}" destId="{ABFA82C8-372B-4E4A-BB08-97265A70DCAB}" srcOrd="0" destOrd="3" presId="urn:microsoft.com/office/officeart/2005/8/layout/hList3"/>
    <dgm:cxn modelId="{6A295785-BD51-48DB-8891-BAEF76ADF5F5}" srcId="{10714109-E089-4852-AC8F-CA06C8FBECB7}" destId="{F27DC6A9-5C07-48A0-B5FC-1E6AD4CA8411}" srcOrd="0" destOrd="0" parTransId="{91C9491E-1A7F-4134-B5DD-ADBC20908883}" sibTransId="{AF60B5D3-B8A3-4F0A-8C09-64663E245E2F}"/>
    <dgm:cxn modelId="{B2A26796-EFD3-442F-8297-639CDA40E03B}" type="presOf" srcId="{6D16BD8D-464E-492E-A260-CFA86BDC3497}" destId="{5C3C15D7-ECA2-4722-86A6-68150C4A267F}" srcOrd="0" destOrd="3" presId="urn:microsoft.com/office/officeart/2005/8/layout/hList3"/>
    <dgm:cxn modelId="{09C7159D-2F15-4B12-9CD4-72A958D9612B}" type="presOf" srcId="{8F3EE341-FA1F-4571-BB14-FF9983F44E11}" destId="{ABFA82C8-372B-4E4A-BB08-97265A70DCAB}" srcOrd="0" destOrd="0" presId="urn:microsoft.com/office/officeart/2005/8/layout/hList3"/>
    <dgm:cxn modelId="{8EC5E59D-047A-4D3E-A094-4C3F8663B28A}" srcId="{20F30182-D3FD-4E4D-B173-7F4DE60FC60D}" destId="{C65DE85E-9DBC-4E37-BF44-48228CBFC577}" srcOrd="0" destOrd="0" parTransId="{917D6F09-1C5F-410C-A4EA-9E2AB7943ED0}" sibTransId="{AF63C7E0-4963-41D2-9C12-AE9CFEAE2A53}"/>
    <dgm:cxn modelId="{CB88909E-45FA-44FE-B879-B30E4DBAC67B}" type="presOf" srcId="{6C12E299-AED9-4FA4-8BC6-0D8AEA75EA06}" destId="{9FA321BB-40E1-40BA-ADE6-85A92AC2A394}" srcOrd="0" destOrd="1" presId="urn:microsoft.com/office/officeart/2005/8/layout/hList3"/>
    <dgm:cxn modelId="{477C52A6-BCE8-4A12-BB59-E870F6CE6ACE}" type="presOf" srcId="{10714109-E089-4852-AC8F-CA06C8FBECB7}" destId="{F44F8ACF-655D-487C-B9CB-069EE7923D59}" srcOrd="0" destOrd="0" presId="urn:microsoft.com/office/officeart/2005/8/layout/hList3"/>
    <dgm:cxn modelId="{21E9D3B2-1A0E-4FD7-9A4D-44F53B481DC5}" srcId="{5145D4D3-3EF3-4BC8-9C4E-20919F01D5C1}" destId="{EACB8495-D340-448F-8995-7BED5F4818C8}" srcOrd="0" destOrd="0" parTransId="{09CB5C96-14CC-498B-98BF-D2697D891124}" sibTransId="{AFE77883-2FC1-46B5-8234-81B9E25AD645}"/>
    <dgm:cxn modelId="{B47C3CBE-6CA9-410C-89AB-3EF00C4FD62C}" srcId="{F27DC6A9-5C07-48A0-B5FC-1E6AD4CA8411}" destId="{AF77D4DE-BEB0-470F-B39F-DB9DD24F83B7}" srcOrd="2" destOrd="0" parTransId="{97B94A8A-0D84-4D9A-9979-4B3433020DD7}" sibTransId="{30E15B7A-8E8E-4091-B297-8E96D929DA03}"/>
    <dgm:cxn modelId="{688069C1-41B2-4053-917A-C24F3933713A}" type="presOf" srcId="{F9597220-0FF0-42C9-A30B-FF2FD7C2D548}" destId="{5C3C15D7-ECA2-4722-86A6-68150C4A267F}" srcOrd="0" destOrd="2" presId="urn:microsoft.com/office/officeart/2005/8/layout/hList3"/>
    <dgm:cxn modelId="{9BA6DDC6-5053-4C05-916B-58F669F865CC}" type="presOf" srcId="{58727EFE-21A6-40E7-BFF9-BBAA1FE40495}" destId="{ABFA82C8-372B-4E4A-BB08-97265A70DCAB}" srcOrd="0" destOrd="1" presId="urn:microsoft.com/office/officeart/2005/8/layout/hList3"/>
    <dgm:cxn modelId="{E83D19D3-4BEC-4BF3-8FB4-2162B629D90D}" srcId="{5145D4D3-3EF3-4BC8-9C4E-20919F01D5C1}" destId="{F9597220-0FF0-42C9-A30B-FF2FD7C2D548}" srcOrd="1" destOrd="0" parTransId="{5416F4DB-D03A-43BA-B0DB-AD3F8B1AE6C3}" sibTransId="{8702D718-7C3F-42B8-8B29-D86571A5B14F}"/>
    <dgm:cxn modelId="{ABF52CD4-7BC0-4102-AA36-FCEBA44B11AD}" srcId="{5145D4D3-3EF3-4BC8-9C4E-20919F01D5C1}" destId="{6D16BD8D-464E-492E-A260-CFA86BDC3497}" srcOrd="2" destOrd="0" parTransId="{287E9767-FFBF-4E0C-90C1-414028381AFB}" sibTransId="{837B2576-36D7-4CE3-981F-C7B7CB96CCAF}"/>
    <dgm:cxn modelId="{616642D6-C07A-4B88-BC0E-6DB2A8D7065A}" type="presOf" srcId="{F27DC6A9-5C07-48A0-B5FC-1E6AD4CA8411}" destId="{9FA321BB-40E1-40BA-ADE6-85A92AC2A394}" srcOrd="0" destOrd="0" presId="urn:microsoft.com/office/officeart/2005/8/layout/hList3"/>
    <dgm:cxn modelId="{30C670DA-58CF-4C7F-B2DB-1F9CAC87BE9D}" type="presOf" srcId="{5145D4D3-3EF3-4BC8-9C4E-20919F01D5C1}" destId="{5C3C15D7-ECA2-4722-86A6-68150C4A267F}" srcOrd="0" destOrd="0" presId="urn:microsoft.com/office/officeart/2005/8/layout/hList3"/>
    <dgm:cxn modelId="{E611B7DB-7790-46B0-971D-AE38ADD8297C}" srcId="{F27DC6A9-5C07-48A0-B5FC-1E6AD4CA8411}" destId="{BD968154-5A8D-4D1B-91CC-2BE082C900BE}" srcOrd="1" destOrd="0" parTransId="{45B676AD-7AF4-442E-BB72-612BF7E159D8}" sibTransId="{97CD9FCB-25AD-4C37-9A50-EE855B7FAE88}"/>
    <dgm:cxn modelId="{315560E0-1E62-4FA1-ACB2-C50061EB5940}" srcId="{F27DC6A9-5C07-48A0-B5FC-1E6AD4CA8411}" destId="{6C12E299-AED9-4FA4-8BC6-0D8AEA75EA06}" srcOrd="0" destOrd="0" parTransId="{F6AA48AC-F7EC-4F8D-AADD-88388667B74D}" sibTransId="{3F28D9FC-3D39-4D22-A899-D684825FDA91}"/>
    <dgm:cxn modelId="{A0CEA5F0-0DFA-486B-843F-E43DA1AAFE60}" srcId="{8F3EE341-FA1F-4571-BB14-FF9983F44E11}" destId="{58727EFE-21A6-40E7-BFF9-BBAA1FE40495}" srcOrd="0" destOrd="0" parTransId="{25275CB9-AC82-4DE0-91CE-22ED0ACB6930}" sibTransId="{0F3DA9FA-7409-4053-A697-950645A8BC23}"/>
    <dgm:cxn modelId="{A27559F6-F4F2-4B5F-93CD-955BE2137FD5}" srcId="{8F3EE341-FA1F-4571-BB14-FF9983F44E11}" destId="{7A12F7BF-F197-46EE-863B-9E8BE7AB1BB1}" srcOrd="3" destOrd="0" parTransId="{F54B3AB8-79CE-4836-9597-69A1E904397E}" sibTransId="{6F412699-B27D-412D-816D-D1D82C9A36D4}"/>
    <dgm:cxn modelId="{75F694F9-6E75-459E-9C32-E686D7156590}" type="presOf" srcId="{C65DE85E-9DBC-4E37-BF44-48228CBFC577}" destId="{A1182CE3-3C65-410C-A49F-BEC61A8D88B6}" srcOrd="0" destOrd="1" presId="urn:microsoft.com/office/officeart/2005/8/layout/hList3"/>
    <dgm:cxn modelId="{8891E528-A057-4D0F-8AC3-0BC3597992CE}" type="presParOf" srcId="{A973DD2B-C8F1-4EDF-8DF0-8F05055CE369}" destId="{F44F8ACF-655D-487C-B9CB-069EE7923D59}" srcOrd="0" destOrd="0" presId="urn:microsoft.com/office/officeart/2005/8/layout/hList3"/>
    <dgm:cxn modelId="{8B10B30B-FA78-4B8C-B42C-4319A77D1441}" type="presParOf" srcId="{A973DD2B-C8F1-4EDF-8DF0-8F05055CE369}" destId="{6B450DE8-1509-4B55-8E14-15A35447B145}" srcOrd="1" destOrd="0" presId="urn:microsoft.com/office/officeart/2005/8/layout/hList3"/>
    <dgm:cxn modelId="{AA9D7C37-51B5-441C-BA45-3BDA958190B3}" type="presParOf" srcId="{6B450DE8-1509-4B55-8E14-15A35447B145}" destId="{9FA321BB-40E1-40BA-ADE6-85A92AC2A394}" srcOrd="0" destOrd="0" presId="urn:microsoft.com/office/officeart/2005/8/layout/hList3"/>
    <dgm:cxn modelId="{88AF9A6F-9794-49B4-98FD-260712FDFD14}" type="presParOf" srcId="{6B450DE8-1509-4B55-8E14-15A35447B145}" destId="{ABFA82C8-372B-4E4A-BB08-97265A70DCAB}" srcOrd="1" destOrd="0" presId="urn:microsoft.com/office/officeart/2005/8/layout/hList3"/>
    <dgm:cxn modelId="{FB5B5D9B-9978-4A50-AD37-4D2CFC06E313}" type="presParOf" srcId="{6B450DE8-1509-4B55-8E14-15A35447B145}" destId="{5C3C15D7-ECA2-4722-86A6-68150C4A267F}" srcOrd="2" destOrd="0" presId="urn:microsoft.com/office/officeart/2005/8/layout/hList3"/>
    <dgm:cxn modelId="{CBACB3F4-BA8B-49EA-BA89-33FD46A0C5FA}" type="presParOf" srcId="{6B450DE8-1509-4B55-8E14-15A35447B145}" destId="{A1182CE3-3C65-410C-A49F-BEC61A8D88B6}" srcOrd="3" destOrd="0" presId="urn:microsoft.com/office/officeart/2005/8/layout/hList3"/>
    <dgm:cxn modelId="{D3A34BC0-EF3D-44B3-B946-CCFE80601F2F}" type="presParOf" srcId="{A973DD2B-C8F1-4EDF-8DF0-8F05055CE369}" destId="{05B4991D-8122-4838-A13C-91088710402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9F4D4C-F593-4F3E-BF1B-2B84E6C00507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0C4515D-74E0-4378-9E3E-6F2945B57E3F}">
      <dgm:prSet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模块</a:t>
          </a:r>
          <a:endParaRPr lang="en-US" altLang="zh-CN" dirty="0"/>
        </a:p>
        <a:p>
          <a:r>
            <a:rPr lang="zh-CN" altLang="en-US" dirty="0"/>
            <a:t>设</a:t>
          </a:r>
          <a:r>
            <a:rPr lang="zh-CN" dirty="0"/>
            <a:t>计</a:t>
          </a:r>
        </a:p>
      </dgm:t>
    </dgm:pt>
    <dgm:pt modelId="{3EF2A3DF-6252-4E4A-8C76-58D358EA33B6}" type="parTrans" cxnId="{6D65093A-F243-4B65-8645-D25446FDA6C7}">
      <dgm:prSet/>
      <dgm:spPr/>
      <dgm:t>
        <a:bodyPr/>
        <a:lstStyle/>
        <a:p>
          <a:endParaRPr lang="zh-CN" altLang="en-US"/>
        </a:p>
      </dgm:t>
    </dgm:pt>
    <dgm:pt modelId="{586FFB09-8530-4A4C-AAA8-169D5313595A}" type="sibTrans" cxnId="{6D65093A-F243-4B65-8645-D25446FDA6C7}">
      <dgm:prSet/>
      <dgm:spPr/>
      <dgm:t>
        <a:bodyPr/>
        <a:lstStyle/>
        <a:p>
          <a:endParaRPr lang="zh-CN" altLang="en-US"/>
        </a:p>
      </dgm:t>
    </dgm:pt>
    <dgm:pt modelId="{0859F6CE-F5EE-4355-94B1-96BDDEF91F0C}">
      <dgm:prSet custT="1"/>
      <dgm:spPr>
        <a:solidFill>
          <a:schemeClr val="tx1">
            <a:lumMod val="40000"/>
            <a:lumOff val="60000"/>
          </a:schemeClr>
        </a:solidFill>
      </dgm:spPr>
      <dgm:t>
        <a:bodyPr/>
        <a:lstStyle/>
        <a:p>
          <a:r>
            <a:rPr lang="en-US" sz="1600" dirty="0" err="1"/>
            <a:t>GameState</a:t>
          </a:r>
          <a:r>
            <a:rPr lang="zh-CN" sz="1600" dirty="0"/>
            <a:t>（游戏状态）</a:t>
          </a:r>
        </a:p>
      </dgm:t>
    </dgm:pt>
    <dgm:pt modelId="{840BC689-C532-41E6-A9CA-2D3FD2A53B64}" type="parTrans" cxnId="{797B6BE6-7C46-4C07-BD66-98D54E691188}">
      <dgm:prSet/>
      <dgm:spPr/>
      <dgm:t>
        <a:bodyPr/>
        <a:lstStyle/>
        <a:p>
          <a:endParaRPr lang="zh-CN" altLang="en-US"/>
        </a:p>
      </dgm:t>
    </dgm:pt>
    <dgm:pt modelId="{A2D6CC9C-A8E7-4F66-86D6-27BE6EC8F9FC}" type="sibTrans" cxnId="{797B6BE6-7C46-4C07-BD66-98D54E691188}">
      <dgm:prSet/>
      <dgm:spPr/>
      <dgm:t>
        <a:bodyPr/>
        <a:lstStyle/>
        <a:p>
          <a:endParaRPr lang="zh-CN" altLang="en-US"/>
        </a:p>
      </dgm:t>
    </dgm:pt>
    <dgm:pt modelId="{6EA6A966-8222-46D1-9E92-3001CDDD80DC}">
      <dgm:prSet custT="1"/>
      <dgm:spPr>
        <a:solidFill>
          <a:schemeClr val="tx1">
            <a:lumMod val="40000"/>
            <a:lumOff val="60000"/>
          </a:schemeClr>
        </a:solidFill>
      </dgm:spPr>
      <dgm:t>
        <a:bodyPr/>
        <a:lstStyle/>
        <a:p>
          <a:r>
            <a:rPr lang="en-US" sz="1600" dirty="0" err="1"/>
            <a:t>GameLogic</a:t>
          </a:r>
          <a:r>
            <a:rPr lang="zh-CN" sz="1600" dirty="0"/>
            <a:t>（游戏逻辑）</a:t>
          </a:r>
        </a:p>
      </dgm:t>
    </dgm:pt>
    <dgm:pt modelId="{1F78611A-0C2E-47E5-89E6-2F334E516CCD}" type="parTrans" cxnId="{EA7C0BC1-DE90-4D8B-B9B5-1EA2ADD63B35}">
      <dgm:prSet/>
      <dgm:spPr/>
      <dgm:t>
        <a:bodyPr/>
        <a:lstStyle/>
        <a:p>
          <a:endParaRPr lang="zh-CN" altLang="en-US"/>
        </a:p>
      </dgm:t>
    </dgm:pt>
    <dgm:pt modelId="{5BE8C04C-F9FB-4583-9B04-8100840E2018}" type="sibTrans" cxnId="{EA7C0BC1-DE90-4D8B-B9B5-1EA2ADD63B35}">
      <dgm:prSet/>
      <dgm:spPr/>
      <dgm:t>
        <a:bodyPr/>
        <a:lstStyle/>
        <a:p>
          <a:endParaRPr lang="zh-CN" altLang="en-US"/>
        </a:p>
      </dgm:t>
    </dgm:pt>
    <dgm:pt modelId="{13D7D8E5-9219-4EC4-B821-866733B2CD1A}">
      <dgm:prSet custT="1"/>
      <dgm:spPr>
        <a:solidFill>
          <a:schemeClr val="tx1">
            <a:lumMod val="40000"/>
            <a:lumOff val="60000"/>
          </a:schemeClr>
        </a:solidFill>
      </dgm:spPr>
      <dgm:t>
        <a:bodyPr/>
        <a:lstStyle/>
        <a:p>
          <a:r>
            <a:rPr lang="en-US" sz="1600" dirty="0"/>
            <a:t> </a:t>
          </a:r>
          <a:r>
            <a:rPr lang="en-US" sz="1600" dirty="0" err="1"/>
            <a:t>UIManager</a:t>
          </a:r>
          <a:r>
            <a:rPr lang="zh-CN" sz="1600" dirty="0"/>
            <a:t>（界面管理）</a:t>
          </a:r>
        </a:p>
      </dgm:t>
    </dgm:pt>
    <dgm:pt modelId="{4888168F-210A-44B4-A825-8A1952494DF8}" type="parTrans" cxnId="{13AD0DF7-2F39-4486-B4D9-E0A951D2D632}">
      <dgm:prSet/>
      <dgm:spPr/>
      <dgm:t>
        <a:bodyPr/>
        <a:lstStyle/>
        <a:p>
          <a:endParaRPr lang="zh-CN" altLang="en-US"/>
        </a:p>
      </dgm:t>
    </dgm:pt>
    <dgm:pt modelId="{9ED90DF1-66AB-4BB0-8A93-F1A22A74AFB9}" type="sibTrans" cxnId="{13AD0DF7-2F39-4486-B4D9-E0A951D2D632}">
      <dgm:prSet/>
      <dgm:spPr/>
      <dgm:t>
        <a:bodyPr/>
        <a:lstStyle/>
        <a:p>
          <a:endParaRPr lang="zh-CN" altLang="en-US"/>
        </a:p>
      </dgm:t>
    </dgm:pt>
    <dgm:pt modelId="{5435B7CD-D36A-48A1-A59B-84A119300346}">
      <dgm:prSet custT="1"/>
      <dgm:spPr>
        <a:solidFill>
          <a:schemeClr val="tx1">
            <a:lumMod val="40000"/>
            <a:lumOff val="60000"/>
          </a:schemeClr>
        </a:solidFill>
      </dgm:spPr>
      <dgm:t>
        <a:bodyPr/>
        <a:lstStyle/>
        <a:p>
          <a:r>
            <a:rPr lang="en-US" sz="1600" dirty="0" err="1"/>
            <a:t>GameManager</a:t>
          </a:r>
          <a:r>
            <a:rPr lang="zh-CN" sz="1600" dirty="0"/>
            <a:t>（游戏控制）</a:t>
          </a:r>
        </a:p>
      </dgm:t>
    </dgm:pt>
    <dgm:pt modelId="{176B9590-1E2A-4694-BCCA-A033CA2B27CB}" type="parTrans" cxnId="{92685C50-70C9-42D1-A660-687927472D8D}">
      <dgm:prSet/>
      <dgm:spPr/>
      <dgm:t>
        <a:bodyPr/>
        <a:lstStyle/>
        <a:p>
          <a:endParaRPr lang="zh-CN" altLang="en-US"/>
        </a:p>
      </dgm:t>
    </dgm:pt>
    <dgm:pt modelId="{A832F07B-4B27-4EFD-8C71-1E654517C1C4}" type="sibTrans" cxnId="{92685C50-70C9-42D1-A660-687927472D8D}">
      <dgm:prSet/>
      <dgm:spPr/>
      <dgm:t>
        <a:bodyPr/>
        <a:lstStyle/>
        <a:p>
          <a:endParaRPr lang="zh-CN" altLang="en-US"/>
        </a:p>
      </dgm:t>
    </dgm:pt>
    <dgm:pt modelId="{3B554F0C-8F8C-4333-8396-DDC9B3D54AEF}" type="pres">
      <dgm:prSet presAssocID="{2A9F4D4C-F593-4F3E-BF1B-2B84E6C0050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18BA062-ECEF-46B7-ABF7-37FCFFB61BB1}" type="pres">
      <dgm:prSet presAssocID="{10C4515D-74E0-4378-9E3E-6F2945B57E3F}" presName="centerShape" presStyleLbl="node0" presStyleIdx="0" presStyleCnt="1"/>
      <dgm:spPr/>
    </dgm:pt>
    <dgm:pt modelId="{30A9D1B8-6017-4398-B33A-7FC132654934}" type="pres">
      <dgm:prSet presAssocID="{0859F6CE-F5EE-4355-94B1-96BDDEF91F0C}" presName="node" presStyleLbl="node1" presStyleIdx="0" presStyleCnt="4" custScaleX="128196" custScaleY="114245">
        <dgm:presLayoutVars>
          <dgm:bulletEnabled val="1"/>
        </dgm:presLayoutVars>
      </dgm:prSet>
      <dgm:spPr/>
    </dgm:pt>
    <dgm:pt modelId="{A11C8D8C-91F2-4B1A-836C-8C30CABECB4A}" type="pres">
      <dgm:prSet presAssocID="{0859F6CE-F5EE-4355-94B1-96BDDEF91F0C}" presName="dummy" presStyleCnt="0"/>
      <dgm:spPr/>
    </dgm:pt>
    <dgm:pt modelId="{E5559062-F022-447C-A957-081863DA69BF}" type="pres">
      <dgm:prSet presAssocID="{A2D6CC9C-A8E7-4F66-86D6-27BE6EC8F9FC}" presName="sibTrans" presStyleLbl="sibTrans2D1" presStyleIdx="0" presStyleCnt="4"/>
      <dgm:spPr/>
    </dgm:pt>
    <dgm:pt modelId="{955E5828-49B6-4619-A059-35501ACDA4C6}" type="pres">
      <dgm:prSet presAssocID="{6EA6A966-8222-46D1-9E92-3001CDDD80DC}" presName="node" presStyleLbl="node1" presStyleIdx="1" presStyleCnt="4" custScaleX="128196" custScaleY="114245">
        <dgm:presLayoutVars>
          <dgm:bulletEnabled val="1"/>
        </dgm:presLayoutVars>
      </dgm:prSet>
      <dgm:spPr/>
    </dgm:pt>
    <dgm:pt modelId="{1F3C6468-0B0D-4B19-B82E-B40B916BBF42}" type="pres">
      <dgm:prSet presAssocID="{6EA6A966-8222-46D1-9E92-3001CDDD80DC}" presName="dummy" presStyleCnt="0"/>
      <dgm:spPr/>
    </dgm:pt>
    <dgm:pt modelId="{09071D14-528B-4D0E-8D90-9AAB92517E36}" type="pres">
      <dgm:prSet presAssocID="{5BE8C04C-F9FB-4583-9B04-8100840E2018}" presName="sibTrans" presStyleLbl="sibTrans2D1" presStyleIdx="1" presStyleCnt="4"/>
      <dgm:spPr/>
    </dgm:pt>
    <dgm:pt modelId="{F1DE95E5-620B-450D-8D88-2F3748E8294F}" type="pres">
      <dgm:prSet presAssocID="{13D7D8E5-9219-4EC4-B821-866733B2CD1A}" presName="node" presStyleLbl="node1" presStyleIdx="2" presStyleCnt="4" custScaleX="128196" custScaleY="114245">
        <dgm:presLayoutVars>
          <dgm:bulletEnabled val="1"/>
        </dgm:presLayoutVars>
      </dgm:prSet>
      <dgm:spPr/>
    </dgm:pt>
    <dgm:pt modelId="{7A068B5C-FCA6-4066-AE48-CC58DBE74CB2}" type="pres">
      <dgm:prSet presAssocID="{13D7D8E5-9219-4EC4-B821-866733B2CD1A}" presName="dummy" presStyleCnt="0"/>
      <dgm:spPr/>
    </dgm:pt>
    <dgm:pt modelId="{1B2A615F-C50E-4E67-A4B1-47CECACD56E9}" type="pres">
      <dgm:prSet presAssocID="{9ED90DF1-66AB-4BB0-8A93-F1A22A74AFB9}" presName="sibTrans" presStyleLbl="sibTrans2D1" presStyleIdx="2" presStyleCnt="4"/>
      <dgm:spPr/>
    </dgm:pt>
    <dgm:pt modelId="{1992C94A-E046-4423-8278-1E35F9B866EE}" type="pres">
      <dgm:prSet presAssocID="{5435B7CD-D36A-48A1-A59B-84A119300346}" presName="node" presStyleLbl="node1" presStyleIdx="3" presStyleCnt="4" custScaleX="128196" custScaleY="114245">
        <dgm:presLayoutVars>
          <dgm:bulletEnabled val="1"/>
        </dgm:presLayoutVars>
      </dgm:prSet>
      <dgm:spPr/>
    </dgm:pt>
    <dgm:pt modelId="{7BB53881-6E42-4FCC-9773-0E930020E18F}" type="pres">
      <dgm:prSet presAssocID="{5435B7CD-D36A-48A1-A59B-84A119300346}" presName="dummy" presStyleCnt="0"/>
      <dgm:spPr/>
    </dgm:pt>
    <dgm:pt modelId="{396FC1C1-EB2C-48D7-B077-29CF400871DF}" type="pres">
      <dgm:prSet presAssocID="{A832F07B-4B27-4EFD-8C71-1E654517C1C4}" presName="sibTrans" presStyleLbl="sibTrans2D1" presStyleIdx="3" presStyleCnt="4"/>
      <dgm:spPr/>
    </dgm:pt>
  </dgm:ptLst>
  <dgm:cxnLst>
    <dgm:cxn modelId="{1BA0C736-3477-4723-8468-52F9D0578BFD}" type="presOf" srcId="{10C4515D-74E0-4378-9E3E-6F2945B57E3F}" destId="{018BA062-ECEF-46B7-ABF7-37FCFFB61BB1}" srcOrd="0" destOrd="0" presId="urn:microsoft.com/office/officeart/2005/8/layout/radial6"/>
    <dgm:cxn modelId="{6D65093A-F243-4B65-8645-D25446FDA6C7}" srcId="{2A9F4D4C-F593-4F3E-BF1B-2B84E6C00507}" destId="{10C4515D-74E0-4378-9E3E-6F2945B57E3F}" srcOrd="0" destOrd="0" parTransId="{3EF2A3DF-6252-4E4A-8C76-58D358EA33B6}" sibTransId="{586FFB09-8530-4A4C-AAA8-169D5313595A}"/>
    <dgm:cxn modelId="{24F5E35D-D458-4BAB-AD89-0592B27EAEC1}" type="presOf" srcId="{6EA6A966-8222-46D1-9E92-3001CDDD80DC}" destId="{955E5828-49B6-4619-A059-35501ACDA4C6}" srcOrd="0" destOrd="0" presId="urn:microsoft.com/office/officeart/2005/8/layout/radial6"/>
    <dgm:cxn modelId="{65828662-705B-4E08-9F2A-47A84D33868C}" type="presOf" srcId="{5BE8C04C-F9FB-4583-9B04-8100840E2018}" destId="{09071D14-528B-4D0E-8D90-9AAB92517E36}" srcOrd="0" destOrd="0" presId="urn:microsoft.com/office/officeart/2005/8/layout/radial6"/>
    <dgm:cxn modelId="{C8C22064-63CA-4337-8CE1-67471AD6CD3B}" type="presOf" srcId="{2A9F4D4C-F593-4F3E-BF1B-2B84E6C00507}" destId="{3B554F0C-8F8C-4333-8396-DDC9B3D54AEF}" srcOrd="0" destOrd="0" presId="urn:microsoft.com/office/officeart/2005/8/layout/radial6"/>
    <dgm:cxn modelId="{7F36A04C-408A-453B-824A-E89F730825FD}" type="presOf" srcId="{13D7D8E5-9219-4EC4-B821-866733B2CD1A}" destId="{F1DE95E5-620B-450D-8D88-2F3748E8294F}" srcOrd="0" destOrd="0" presId="urn:microsoft.com/office/officeart/2005/8/layout/radial6"/>
    <dgm:cxn modelId="{92685C50-70C9-42D1-A660-687927472D8D}" srcId="{10C4515D-74E0-4378-9E3E-6F2945B57E3F}" destId="{5435B7CD-D36A-48A1-A59B-84A119300346}" srcOrd="3" destOrd="0" parTransId="{176B9590-1E2A-4694-BCCA-A033CA2B27CB}" sibTransId="{A832F07B-4B27-4EFD-8C71-1E654517C1C4}"/>
    <dgm:cxn modelId="{B27C228C-E2EB-4646-8B67-7FD37925D42D}" type="presOf" srcId="{0859F6CE-F5EE-4355-94B1-96BDDEF91F0C}" destId="{30A9D1B8-6017-4398-B33A-7FC132654934}" srcOrd="0" destOrd="0" presId="urn:microsoft.com/office/officeart/2005/8/layout/radial6"/>
    <dgm:cxn modelId="{23033D9F-ACDA-481E-94C9-EFF3511515FE}" type="presOf" srcId="{A832F07B-4B27-4EFD-8C71-1E654517C1C4}" destId="{396FC1C1-EB2C-48D7-B077-29CF400871DF}" srcOrd="0" destOrd="0" presId="urn:microsoft.com/office/officeart/2005/8/layout/radial6"/>
    <dgm:cxn modelId="{9229A3B7-629B-4D8D-BE87-CEACC7C21B3A}" type="presOf" srcId="{5435B7CD-D36A-48A1-A59B-84A119300346}" destId="{1992C94A-E046-4423-8278-1E35F9B866EE}" srcOrd="0" destOrd="0" presId="urn:microsoft.com/office/officeart/2005/8/layout/radial6"/>
    <dgm:cxn modelId="{EA7C0BC1-DE90-4D8B-B9B5-1EA2ADD63B35}" srcId="{10C4515D-74E0-4378-9E3E-6F2945B57E3F}" destId="{6EA6A966-8222-46D1-9E92-3001CDDD80DC}" srcOrd="1" destOrd="0" parTransId="{1F78611A-0C2E-47E5-89E6-2F334E516CCD}" sibTransId="{5BE8C04C-F9FB-4583-9B04-8100840E2018}"/>
    <dgm:cxn modelId="{24BECDC3-B3FB-4E7D-9F9F-261D6DD9ADEA}" type="presOf" srcId="{A2D6CC9C-A8E7-4F66-86D6-27BE6EC8F9FC}" destId="{E5559062-F022-447C-A957-081863DA69BF}" srcOrd="0" destOrd="0" presId="urn:microsoft.com/office/officeart/2005/8/layout/radial6"/>
    <dgm:cxn modelId="{36B628DF-9F9D-4DC5-B4DF-C842303391DD}" type="presOf" srcId="{9ED90DF1-66AB-4BB0-8A93-F1A22A74AFB9}" destId="{1B2A615F-C50E-4E67-A4B1-47CECACD56E9}" srcOrd="0" destOrd="0" presId="urn:microsoft.com/office/officeart/2005/8/layout/radial6"/>
    <dgm:cxn modelId="{797B6BE6-7C46-4C07-BD66-98D54E691188}" srcId="{10C4515D-74E0-4378-9E3E-6F2945B57E3F}" destId="{0859F6CE-F5EE-4355-94B1-96BDDEF91F0C}" srcOrd="0" destOrd="0" parTransId="{840BC689-C532-41E6-A9CA-2D3FD2A53B64}" sibTransId="{A2D6CC9C-A8E7-4F66-86D6-27BE6EC8F9FC}"/>
    <dgm:cxn modelId="{13AD0DF7-2F39-4486-B4D9-E0A951D2D632}" srcId="{10C4515D-74E0-4378-9E3E-6F2945B57E3F}" destId="{13D7D8E5-9219-4EC4-B821-866733B2CD1A}" srcOrd="2" destOrd="0" parTransId="{4888168F-210A-44B4-A825-8A1952494DF8}" sibTransId="{9ED90DF1-66AB-4BB0-8A93-F1A22A74AFB9}"/>
    <dgm:cxn modelId="{F488616A-04BE-456C-B1B8-D1019B03B6AF}" type="presParOf" srcId="{3B554F0C-8F8C-4333-8396-DDC9B3D54AEF}" destId="{018BA062-ECEF-46B7-ABF7-37FCFFB61BB1}" srcOrd="0" destOrd="0" presId="urn:microsoft.com/office/officeart/2005/8/layout/radial6"/>
    <dgm:cxn modelId="{581C0D5B-3C0E-419D-8A9A-F14994298445}" type="presParOf" srcId="{3B554F0C-8F8C-4333-8396-DDC9B3D54AEF}" destId="{30A9D1B8-6017-4398-B33A-7FC132654934}" srcOrd="1" destOrd="0" presId="urn:microsoft.com/office/officeart/2005/8/layout/radial6"/>
    <dgm:cxn modelId="{3E999ECF-59FB-4D64-8464-E6955A736A57}" type="presParOf" srcId="{3B554F0C-8F8C-4333-8396-DDC9B3D54AEF}" destId="{A11C8D8C-91F2-4B1A-836C-8C30CABECB4A}" srcOrd="2" destOrd="0" presId="urn:microsoft.com/office/officeart/2005/8/layout/radial6"/>
    <dgm:cxn modelId="{EB42D1A9-FBE2-49D6-92BC-885A68F021F7}" type="presParOf" srcId="{3B554F0C-8F8C-4333-8396-DDC9B3D54AEF}" destId="{E5559062-F022-447C-A957-081863DA69BF}" srcOrd="3" destOrd="0" presId="urn:microsoft.com/office/officeart/2005/8/layout/radial6"/>
    <dgm:cxn modelId="{9E13DE02-3224-4BCF-BEE7-03E308EDCA7A}" type="presParOf" srcId="{3B554F0C-8F8C-4333-8396-DDC9B3D54AEF}" destId="{955E5828-49B6-4619-A059-35501ACDA4C6}" srcOrd="4" destOrd="0" presId="urn:microsoft.com/office/officeart/2005/8/layout/radial6"/>
    <dgm:cxn modelId="{F5430972-8460-4479-82A2-5B5695619511}" type="presParOf" srcId="{3B554F0C-8F8C-4333-8396-DDC9B3D54AEF}" destId="{1F3C6468-0B0D-4B19-B82E-B40B916BBF42}" srcOrd="5" destOrd="0" presId="urn:microsoft.com/office/officeart/2005/8/layout/radial6"/>
    <dgm:cxn modelId="{F33AFDE5-A918-47CD-80CB-D44A149FDDFC}" type="presParOf" srcId="{3B554F0C-8F8C-4333-8396-DDC9B3D54AEF}" destId="{09071D14-528B-4D0E-8D90-9AAB92517E36}" srcOrd="6" destOrd="0" presId="urn:microsoft.com/office/officeart/2005/8/layout/radial6"/>
    <dgm:cxn modelId="{D428BBEF-0C2E-4FF4-A7A4-EF22535BC05A}" type="presParOf" srcId="{3B554F0C-8F8C-4333-8396-DDC9B3D54AEF}" destId="{F1DE95E5-620B-450D-8D88-2F3748E8294F}" srcOrd="7" destOrd="0" presId="urn:microsoft.com/office/officeart/2005/8/layout/radial6"/>
    <dgm:cxn modelId="{40FB3BB1-8574-4018-981A-DB86FDF8CDA9}" type="presParOf" srcId="{3B554F0C-8F8C-4333-8396-DDC9B3D54AEF}" destId="{7A068B5C-FCA6-4066-AE48-CC58DBE74CB2}" srcOrd="8" destOrd="0" presId="urn:microsoft.com/office/officeart/2005/8/layout/radial6"/>
    <dgm:cxn modelId="{9AC9CDAE-C05A-4786-8D3A-5B95ACF8973E}" type="presParOf" srcId="{3B554F0C-8F8C-4333-8396-DDC9B3D54AEF}" destId="{1B2A615F-C50E-4E67-A4B1-47CECACD56E9}" srcOrd="9" destOrd="0" presId="urn:microsoft.com/office/officeart/2005/8/layout/radial6"/>
    <dgm:cxn modelId="{72CFCD23-7FEE-42C6-8C38-20DEE8A9DF06}" type="presParOf" srcId="{3B554F0C-8F8C-4333-8396-DDC9B3D54AEF}" destId="{1992C94A-E046-4423-8278-1E35F9B866EE}" srcOrd="10" destOrd="0" presId="urn:microsoft.com/office/officeart/2005/8/layout/radial6"/>
    <dgm:cxn modelId="{990AA978-6650-4981-9D05-27BBA888C386}" type="presParOf" srcId="{3B554F0C-8F8C-4333-8396-DDC9B3D54AEF}" destId="{7BB53881-6E42-4FCC-9773-0E930020E18F}" srcOrd="11" destOrd="0" presId="urn:microsoft.com/office/officeart/2005/8/layout/radial6"/>
    <dgm:cxn modelId="{FBC481DB-BBFA-4506-A02C-4FF96A2FFEFE}" type="presParOf" srcId="{3B554F0C-8F8C-4333-8396-DDC9B3D54AEF}" destId="{396FC1C1-EB2C-48D7-B077-29CF400871DF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F8ACF-655D-487C-B9CB-069EE7923D59}">
      <dsp:nvSpPr>
        <dsp:cNvPr id="0" name=""/>
        <dsp:cNvSpPr/>
      </dsp:nvSpPr>
      <dsp:spPr>
        <a:xfrm>
          <a:off x="0" y="0"/>
          <a:ext cx="7128498" cy="1523144"/>
        </a:xfrm>
        <a:prstGeom prst="rect">
          <a:avLst/>
        </a:prstGeom>
        <a:solidFill>
          <a:schemeClr val="tx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5400" kern="1200" dirty="0"/>
            <a:t>核心功能 </a:t>
          </a:r>
        </a:p>
      </dsp:txBody>
      <dsp:txXfrm>
        <a:off x="0" y="0"/>
        <a:ext cx="7128498" cy="1523144"/>
      </dsp:txXfrm>
    </dsp:sp>
    <dsp:sp modelId="{9FA321BB-40E1-40BA-ADE6-85A92AC2A394}">
      <dsp:nvSpPr>
        <dsp:cNvPr id="0" name=""/>
        <dsp:cNvSpPr/>
      </dsp:nvSpPr>
      <dsp:spPr>
        <a:xfrm>
          <a:off x="0" y="1523144"/>
          <a:ext cx="1782124" cy="3198603"/>
        </a:xfrm>
        <a:prstGeom prst="rect">
          <a:avLst/>
        </a:prstGeom>
        <a:solidFill>
          <a:schemeClr val="tx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</a:t>
          </a:r>
          <a:r>
            <a:rPr lang="zh-CN" sz="2100" kern="1200" dirty="0"/>
            <a:t>游戏模式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双人对战（</a:t>
          </a:r>
          <a:r>
            <a:rPr lang="en-US" sz="1600" kern="1200" dirty="0"/>
            <a:t>PVP) 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人机对战（</a:t>
          </a:r>
          <a:r>
            <a:rPr lang="en-US" sz="1600" kern="1200" dirty="0"/>
            <a:t>PVE</a:t>
          </a:r>
          <a:r>
            <a:rPr lang="zh-CN" sz="1600" kern="1200" dirty="0"/>
            <a:t>）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机机对战（</a:t>
          </a:r>
          <a:r>
            <a:rPr lang="en-US" sz="1600" kern="1200" dirty="0"/>
            <a:t>AI vs AI</a:t>
          </a:r>
          <a:r>
            <a:rPr lang="zh-CN" sz="1600" kern="1200" dirty="0"/>
            <a:t>） </a:t>
          </a:r>
        </a:p>
      </dsp:txBody>
      <dsp:txXfrm>
        <a:off x="0" y="1523144"/>
        <a:ext cx="1782124" cy="3198603"/>
      </dsp:txXfrm>
    </dsp:sp>
    <dsp:sp modelId="{ABFA82C8-372B-4E4A-BB08-97265A70DCAB}">
      <dsp:nvSpPr>
        <dsp:cNvPr id="0" name=""/>
        <dsp:cNvSpPr/>
      </dsp:nvSpPr>
      <dsp:spPr>
        <a:xfrm>
          <a:off x="1782124" y="1523144"/>
          <a:ext cx="1782124" cy="3198603"/>
        </a:xfrm>
        <a:prstGeom prst="rect">
          <a:avLst/>
        </a:prstGeom>
        <a:solidFill>
          <a:schemeClr val="tx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</a:t>
          </a:r>
          <a:r>
            <a:rPr lang="zh-CN" sz="2100" kern="1200"/>
            <a:t>交互系统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折叠式菜单界面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棋盘点击落子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游戏选项（投降</a:t>
          </a:r>
          <a:r>
            <a:rPr lang="en-US" sz="1600" kern="1200" dirty="0"/>
            <a:t>/</a:t>
          </a:r>
          <a:r>
            <a:rPr lang="zh-CN" sz="1600" kern="1200" dirty="0"/>
            <a:t>求和</a:t>
          </a:r>
          <a:r>
            <a:rPr lang="en-US" sz="1600" kern="1200" dirty="0"/>
            <a:t>/</a:t>
          </a:r>
          <a:r>
            <a:rPr lang="zh-CN" sz="1600" kern="1200" dirty="0"/>
            <a:t>退出）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/>
            <a:t>对局结果导出功能</a:t>
          </a:r>
          <a:r>
            <a:rPr lang="zh-CN" sz="1600" kern="1200" dirty="0"/>
            <a:t> </a:t>
          </a:r>
        </a:p>
      </dsp:txBody>
      <dsp:txXfrm>
        <a:off x="1782124" y="1523144"/>
        <a:ext cx="1782124" cy="3198603"/>
      </dsp:txXfrm>
    </dsp:sp>
    <dsp:sp modelId="{5C3C15D7-ECA2-4722-86A6-68150C4A267F}">
      <dsp:nvSpPr>
        <dsp:cNvPr id="0" name=""/>
        <dsp:cNvSpPr/>
      </dsp:nvSpPr>
      <dsp:spPr>
        <a:xfrm>
          <a:off x="3564249" y="1523144"/>
          <a:ext cx="1782124" cy="3198603"/>
        </a:xfrm>
        <a:prstGeom prst="rect">
          <a:avLst/>
        </a:prstGeom>
        <a:solidFill>
          <a:schemeClr val="tx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</a:t>
          </a:r>
          <a:r>
            <a:rPr lang="zh-CN" sz="2100" kern="1200" dirty="0"/>
            <a:t>游戏逻辑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五连珠胜负判定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自动切换玩家回合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先手黑棋规则 </a:t>
          </a:r>
        </a:p>
      </dsp:txBody>
      <dsp:txXfrm>
        <a:off x="3564249" y="1523144"/>
        <a:ext cx="1782124" cy="3198603"/>
      </dsp:txXfrm>
    </dsp:sp>
    <dsp:sp modelId="{A1182CE3-3C65-410C-A49F-BEC61A8D88B6}">
      <dsp:nvSpPr>
        <dsp:cNvPr id="0" name=""/>
        <dsp:cNvSpPr/>
      </dsp:nvSpPr>
      <dsp:spPr>
        <a:xfrm>
          <a:off x="5346373" y="1523144"/>
          <a:ext cx="1782124" cy="3198603"/>
        </a:xfrm>
        <a:prstGeom prst="rect">
          <a:avLst/>
        </a:prstGeom>
        <a:solidFill>
          <a:schemeClr val="tx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AI </a:t>
          </a:r>
          <a:r>
            <a:rPr lang="zh-CN" sz="2100" kern="1200"/>
            <a:t>系统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基于评分表的决策算法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四方向棋型分析（水平</a:t>
          </a:r>
          <a:r>
            <a:rPr lang="en-US" sz="1600" kern="1200" dirty="0"/>
            <a:t>/</a:t>
          </a:r>
          <a:r>
            <a:rPr lang="zh-CN" sz="1600" kern="1200" dirty="0"/>
            <a:t>垂直</a:t>
          </a:r>
          <a:r>
            <a:rPr lang="en-US" sz="1600" kern="1200" dirty="0"/>
            <a:t>/</a:t>
          </a:r>
          <a:r>
            <a:rPr lang="zh-CN" sz="1600" kern="1200" dirty="0"/>
            <a:t>对角线）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智能防御与进攻策略</a:t>
          </a:r>
        </a:p>
      </dsp:txBody>
      <dsp:txXfrm>
        <a:off x="5346373" y="1523144"/>
        <a:ext cx="1782124" cy="3198603"/>
      </dsp:txXfrm>
    </dsp:sp>
    <dsp:sp modelId="{05B4991D-8122-4838-A13C-910887104020}">
      <dsp:nvSpPr>
        <dsp:cNvPr id="0" name=""/>
        <dsp:cNvSpPr/>
      </dsp:nvSpPr>
      <dsp:spPr>
        <a:xfrm>
          <a:off x="0" y="4721747"/>
          <a:ext cx="7128498" cy="355400"/>
        </a:xfrm>
        <a:prstGeom prst="rect">
          <a:avLst/>
        </a:prstGeom>
        <a:solidFill>
          <a:schemeClr val="tx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FC1C1-EB2C-48D7-B077-29CF400871DF}">
      <dsp:nvSpPr>
        <dsp:cNvPr id="0" name=""/>
        <dsp:cNvSpPr/>
      </dsp:nvSpPr>
      <dsp:spPr>
        <a:xfrm>
          <a:off x="2134164" y="619965"/>
          <a:ext cx="4142953" cy="4142953"/>
        </a:xfrm>
        <a:prstGeom prst="blockArc">
          <a:avLst>
            <a:gd name="adj1" fmla="val 10800000"/>
            <a:gd name="adj2" fmla="val 162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A615F-C50E-4E67-A4B1-47CECACD56E9}">
      <dsp:nvSpPr>
        <dsp:cNvPr id="0" name=""/>
        <dsp:cNvSpPr/>
      </dsp:nvSpPr>
      <dsp:spPr>
        <a:xfrm>
          <a:off x="2134164" y="619965"/>
          <a:ext cx="4142953" cy="4142953"/>
        </a:xfrm>
        <a:prstGeom prst="blockArc">
          <a:avLst>
            <a:gd name="adj1" fmla="val 5400000"/>
            <a:gd name="adj2" fmla="val 108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71D14-528B-4D0E-8D90-9AAB92517E36}">
      <dsp:nvSpPr>
        <dsp:cNvPr id="0" name=""/>
        <dsp:cNvSpPr/>
      </dsp:nvSpPr>
      <dsp:spPr>
        <a:xfrm>
          <a:off x="2134164" y="619965"/>
          <a:ext cx="4142953" cy="4142953"/>
        </a:xfrm>
        <a:prstGeom prst="blockArc">
          <a:avLst>
            <a:gd name="adj1" fmla="val 0"/>
            <a:gd name="adj2" fmla="val 54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59062-F022-447C-A957-081863DA69BF}">
      <dsp:nvSpPr>
        <dsp:cNvPr id="0" name=""/>
        <dsp:cNvSpPr/>
      </dsp:nvSpPr>
      <dsp:spPr>
        <a:xfrm>
          <a:off x="2134164" y="619965"/>
          <a:ext cx="4142953" cy="4142953"/>
        </a:xfrm>
        <a:prstGeom prst="blockArc">
          <a:avLst>
            <a:gd name="adj1" fmla="val 16200000"/>
            <a:gd name="adj2" fmla="val 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BA062-ECEF-46B7-ABF7-37FCFFB61BB1}">
      <dsp:nvSpPr>
        <dsp:cNvPr id="0" name=""/>
        <dsp:cNvSpPr/>
      </dsp:nvSpPr>
      <dsp:spPr>
        <a:xfrm>
          <a:off x="3252800" y="1738601"/>
          <a:ext cx="1905681" cy="1905681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模块</a:t>
          </a:r>
          <a:endParaRPr lang="en-US" altLang="zh-CN" sz="2600" kern="1200" dirty="0"/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设</a:t>
          </a:r>
          <a:r>
            <a:rPr lang="zh-CN" sz="2600" kern="1200" dirty="0"/>
            <a:t>计</a:t>
          </a:r>
        </a:p>
      </dsp:txBody>
      <dsp:txXfrm>
        <a:off x="3531881" y="2017682"/>
        <a:ext cx="1347519" cy="1347519"/>
      </dsp:txXfrm>
    </dsp:sp>
    <dsp:sp modelId="{30A9D1B8-6017-4398-B33A-7FC132654934}">
      <dsp:nvSpPr>
        <dsp:cNvPr id="0" name=""/>
        <dsp:cNvSpPr/>
      </dsp:nvSpPr>
      <dsp:spPr>
        <a:xfrm>
          <a:off x="3350588" y="-94011"/>
          <a:ext cx="1710104" cy="1524001"/>
        </a:xfrm>
        <a:prstGeom prst="ellipse">
          <a:avLst/>
        </a:prstGeom>
        <a:solidFill>
          <a:schemeClr val="tx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GameState</a:t>
          </a:r>
          <a:r>
            <a:rPr lang="zh-CN" sz="1600" kern="1200" dirty="0"/>
            <a:t>（游戏状态）</a:t>
          </a:r>
        </a:p>
      </dsp:txBody>
      <dsp:txXfrm>
        <a:off x="3601027" y="129174"/>
        <a:ext cx="1209226" cy="1077631"/>
      </dsp:txXfrm>
    </dsp:sp>
    <dsp:sp modelId="{955E5828-49B6-4619-A059-35501ACDA4C6}">
      <dsp:nvSpPr>
        <dsp:cNvPr id="0" name=""/>
        <dsp:cNvSpPr/>
      </dsp:nvSpPr>
      <dsp:spPr>
        <a:xfrm>
          <a:off x="5374041" y="1929441"/>
          <a:ext cx="1710104" cy="1524001"/>
        </a:xfrm>
        <a:prstGeom prst="ellipse">
          <a:avLst/>
        </a:prstGeom>
        <a:solidFill>
          <a:schemeClr val="tx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GameLogic</a:t>
          </a:r>
          <a:r>
            <a:rPr lang="zh-CN" sz="1600" kern="1200" dirty="0"/>
            <a:t>（游戏逻辑）</a:t>
          </a:r>
        </a:p>
      </dsp:txBody>
      <dsp:txXfrm>
        <a:off x="5624480" y="2152626"/>
        <a:ext cx="1209226" cy="1077631"/>
      </dsp:txXfrm>
    </dsp:sp>
    <dsp:sp modelId="{F1DE95E5-620B-450D-8D88-2F3748E8294F}">
      <dsp:nvSpPr>
        <dsp:cNvPr id="0" name=""/>
        <dsp:cNvSpPr/>
      </dsp:nvSpPr>
      <dsp:spPr>
        <a:xfrm>
          <a:off x="3350588" y="3952894"/>
          <a:ext cx="1710104" cy="1524001"/>
        </a:xfrm>
        <a:prstGeom prst="ellipse">
          <a:avLst/>
        </a:prstGeom>
        <a:solidFill>
          <a:schemeClr val="tx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</a:t>
          </a:r>
          <a:r>
            <a:rPr lang="en-US" sz="1600" kern="1200" dirty="0" err="1"/>
            <a:t>UIManager</a:t>
          </a:r>
          <a:r>
            <a:rPr lang="zh-CN" sz="1600" kern="1200" dirty="0"/>
            <a:t>（界面管理）</a:t>
          </a:r>
        </a:p>
      </dsp:txBody>
      <dsp:txXfrm>
        <a:off x="3601027" y="4176079"/>
        <a:ext cx="1209226" cy="1077631"/>
      </dsp:txXfrm>
    </dsp:sp>
    <dsp:sp modelId="{1992C94A-E046-4423-8278-1E35F9B866EE}">
      <dsp:nvSpPr>
        <dsp:cNvPr id="0" name=""/>
        <dsp:cNvSpPr/>
      </dsp:nvSpPr>
      <dsp:spPr>
        <a:xfrm>
          <a:off x="1327135" y="1929441"/>
          <a:ext cx="1710104" cy="1524001"/>
        </a:xfrm>
        <a:prstGeom prst="ellipse">
          <a:avLst/>
        </a:prstGeom>
        <a:solidFill>
          <a:schemeClr val="tx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GameManager</a:t>
          </a:r>
          <a:r>
            <a:rPr lang="zh-CN" sz="1600" kern="1200" dirty="0"/>
            <a:t>（游戏控制）</a:t>
          </a:r>
        </a:p>
      </dsp:txBody>
      <dsp:txXfrm>
        <a:off x="1577574" y="2152626"/>
        <a:ext cx="1209226" cy="1077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61B3A-E7F1-407C-A964-03237EC30CB3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19BDF-7FFF-4586-A201-6E4E2E1DAE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8DB1-6245-185F-548D-A668CE02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4012CA-13B5-85E5-F03C-6AD256B5C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4BE417-2D96-B820-39E4-6E9F7E645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15A8E7-AED7-7795-6154-861C6A2BA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04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7400" y="279707"/>
            <a:ext cx="337071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dk1">
                    <a:lumMod val="10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明德新民 止于至善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3367" y="6372416"/>
            <a:ext cx="36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chemeClr val="lt1">
                    <a:lumMod val="50000"/>
                  </a:schemeClr>
                </a:solidFill>
                <a:effectLst/>
                <a:latin typeface="方正舒体" panose="02010601030101010101" pitchFamily="2" charset="-122"/>
                <a:ea typeface="方正舒体" panose="02010601030101010101" pitchFamily="2" charset="-122"/>
              </a:rPr>
              <a:t>明德新民 止于至善</a:t>
            </a: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41" b="28841"/>
          <a:stretch/>
        </p:blipFill>
        <p:spPr>
          <a:xfrm>
            <a:off x="9851390" y="168339"/>
            <a:ext cx="2340610" cy="5568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0" y="6436392"/>
            <a:ext cx="26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实事求是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16DD7-6795-4212-A327-F2BD6B16E0DD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58265-9648-489A-BCF9-0D31EC8EA9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6.xml"/><Relationship Id="rId7" Type="http://schemas.openxmlformats.org/officeDocument/2006/relationships/diagramColors" Target="../diagrams/colors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6.xml"/><Relationship Id="rId7" Type="http://schemas.openxmlformats.org/officeDocument/2006/relationships/diagramColors" Target="../diagrams/colors2.xml"/><Relationship Id="rId12" Type="http://schemas.openxmlformats.org/officeDocument/2006/relationships/image" Target="../media/image11.png"/><Relationship Id="rId2" Type="http://schemas.openxmlformats.org/officeDocument/2006/relationships/tags" Target="../tags/tag9.xml"/><Relationship Id="rId1" Type="http://schemas.openxmlformats.org/officeDocument/2006/relationships/themeOverride" Target="../theme/themeOverride7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10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9.png"/><Relationship Id="rId4" Type="http://schemas.openxmlformats.org/officeDocument/2006/relationships/diagramData" Target="../diagrams/data2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5.png"/><Relationship Id="rId2" Type="http://schemas.openxmlformats.org/officeDocument/2006/relationships/tags" Target="../tags/tag11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8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4" y="0"/>
            <a:ext cx="12190111" cy="6858000"/>
          </a:xfrm>
          <a:prstGeom prst="rect">
            <a:avLst/>
          </a:prstGeom>
          <a:gradFill>
            <a:gsLst>
              <a:gs pos="77000">
                <a:schemeClr val="accent2">
                  <a:alpha val="0"/>
                </a:schemeClr>
              </a:gs>
              <a:gs pos="77000">
                <a:schemeClr val="accent2"/>
              </a:gs>
            </a:gsLst>
            <a:lin ang="0" scaled="1"/>
          </a:gradFill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6884324"/>
          </a:xfrm>
          <a:prstGeom prst="rect">
            <a:avLst/>
          </a:prstGeom>
          <a:gradFill>
            <a:gsLst>
              <a:gs pos="76000">
                <a:schemeClr val="bg1">
                  <a:alpha val="0"/>
                </a:schemeClr>
              </a:gs>
              <a:gs pos="63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chemeClr val="accent2">
                    <a:alpha val="0"/>
                  </a:schemeClr>
                </a:gs>
                <a:gs pos="77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455" y="2086153"/>
            <a:ext cx="748744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思源黑体" panose="020B0500000000000000" pitchFamily="34" charset="-122"/>
              </a:rPr>
              <a:t>五子棋游戏项目答辩</a:t>
            </a:r>
          </a:p>
        </p:txBody>
      </p:sp>
      <p:sp>
        <p:nvSpPr>
          <p:cNvPr id="6" name="任意多边形: 形状 17"/>
          <p:cNvSpPr/>
          <p:nvPr/>
        </p:nvSpPr>
        <p:spPr>
          <a:xfrm>
            <a:off x="6261100" y="0"/>
            <a:ext cx="59309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100000"/>
                </a:schemeClr>
              </a:gs>
              <a:gs pos="71000">
                <a:schemeClr val="dk1">
                  <a:lumMod val="100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iconfont-11208-5297042"/>
          <p:cNvSpPr/>
          <p:nvPr/>
        </p:nvSpPr>
        <p:spPr>
          <a:xfrm>
            <a:off x="240665" y="32829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dk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直角三角形 20"/>
          <p:cNvSpPr/>
          <p:nvPr/>
        </p:nvSpPr>
        <p:spPr>
          <a:xfrm rot="5400000" flipH="1" flipV="1">
            <a:off x="1738791" y="-1413562"/>
            <a:ext cx="6821630" cy="9747817"/>
          </a:xfrm>
          <a:prstGeom prst="rtTriangle">
            <a:avLst/>
          </a:prstGeom>
          <a:gradFill>
            <a:gsLst>
              <a:gs pos="4300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  <a:alpha val="4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7878008" y="4267893"/>
            <a:ext cx="3923593" cy="2783672"/>
            <a:chOff x="4659892" y="3664499"/>
            <a:chExt cx="3923593" cy="2783672"/>
          </a:xfrm>
          <a:solidFill>
            <a:schemeClr val="lt1">
              <a:alpha val="14000"/>
            </a:schemeClr>
          </a:solidFill>
        </p:grpSpPr>
        <p:sp>
          <p:nvSpPr>
            <p:cNvPr id="22" name="íṥḷíďe"/>
            <p:cNvSpPr/>
            <p:nvPr/>
          </p:nvSpPr>
          <p:spPr bwMode="auto">
            <a:xfrm>
              <a:off x="4659892" y="3664499"/>
              <a:ext cx="2119058" cy="2783672"/>
            </a:xfrm>
            <a:custGeom>
              <a:avLst/>
              <a:gdLst>
                <a:gd name="T0" fmla="*/ 28 w 321"/>
                <a:gd name="T1" fmla="*/ 93 h 333"/>
                <a:gd name="T2" fmla="*/ 99 w 321"/>
                <a:gd name="T3" fmla="*/ 68 h 333"/>
                <a:gd name="T4" fmla="*/ 108 w 321"/>
                <a:gd name="T5" fmla="*/ 34 h 333"/>
                <a:gd name="T6" fmla="*/ 298 w 321"/>
                <a:gd name="T7" fmla="*/ 303 h 333"/>
                <a:gd name="T8" fmla="*/ 0 w 321"/>
                <a:gd name="T9" fmla="*/ 333 h 333"/>
                <a:gd name="T10" fmla="*/ 181 w 321"/>
                <a:gd name="T11" fmla="*/ 68 h 333"/>
                <a:gd name="T12" fmla="*/ 193 w 321"/>
                <a:gd name="T13" fmla="*/ 50 h 333"/>
                <a:gd name="T14" fmla="*/ 181 w 321"/>
                <a:gd name="T15" fmla="*/ 92 h 333"/>
                <a:gd name="T16" fmla="*/ 193 w 321"/>
                <a:gd name="T17" fmla="*/ 106 h 333"/>
                <a:gd name="T18" fmla="*/ 181 w 321"/>
                <a:gd name="T19" fmla="*/ 92 h 333"/>
                <a:gd name="T20" fmla="*/ 187 w 321"/>
                <a:gd name="T21" fmla="*/ 87 h 333"/>
                <a:gd name="T22" fmla="*/ 187 w 321"/>
                <a:gd name="T23" fmla="*/ 71 h 333"/>
                <a:gd name="T24" fmla="*/ 205 w 321"/>
                <a:gd name="T25" fmla="*/ 64 h 333"/>
                <a:gd name="T26" fmla="*/ 217 w 321"/>
                <a:gd name="T27" fmla="*/ 46 h 333"/>
                <a:gd name="T28" fmla="*/ 205 w 321"/>
                <a:gd name="T29" fmla="*/ 89 h 333"/>
                <a:gd name="T30" fmla="*/ 217 w 321"/>
                <a:gd name="T31" fmla="*/ 103 h 333"/>
                <a:gd name="T32" fmla="*/ 205 w 321"/>
                <a:gd name="T33" fmla="*/ 89 h 333"/>
                <a:gd name="T34" fmla="*/ 211 w 321"/>
                <a:gd name="T35" fmla="*/ 83 h 333"/>
                <a:gd name="T36" fmla="*/ 211 w 321"/>
                <a:gd name="T37" fmla="*/ 67 h 333"/>
                <a:gd name="T38" fmla="*/ 57 w 321"/>
                <a:gd name="T39" fmla="*/ 127 h 333"/>
                <a:gd name="T40" fmla="*/ 69 w 321"/>
                <a:gd name="T41" fmla="*/ 109 h 333"/>
                <a:gd name="T42" fmla="*/ 57 w 321"/>
                <a:gd name="T43" fmla="*/ 190 h 333"/>
                <a:gd name="T44" fmla="*/ 69 w 321"/>
                <a:gd name="T45" fmla="*/ 205 h 333"/>
                <a:gd name="T46" fmla="*/ 57 w 321"/>
                <a:gd name="T47" fmla="*/ 190 h 333"/>
                <a:gd name="T48" fmla="*/ 63 w 321"/>
                <a:gd name="T49" fmla="*/ 185 h 333"/>
                <a:gd name="T50" fmla="*/ 63 w 321"/>
                <a:gd name="T51" fmla="*/ 169 h 333"/>
                <a:gd name="T52" fmla="*/ 57 w 321"/>
                <a:gd name="T53" fmla="*/ 166 h 333"/>
                <a:gd name="T54" fmla="*/ 69 w 321"/>
                <a:gd name="T55" fmla="*/ 149 h 333"/>
                <a:gd name="T56" fmla="*/ 57 w 321"/>
                <a:gd name="T57" fmla="*/ 131 h 333"/>
                <a:gd name="T58" fmla="*/ 69 w 321"/>
                <a:gd name="T59" fmla="*/ 144 h 333"/>
                <a:gd name="T60" fmla="*/ 57 w 321"/>
                <a:gd name="T61" fmla="*/ 131 h 333"/>
                <a:gd name="T62" fmla="*/ 145 w 321"/>
                <a:gd name="T63" fmla="*/ 184 h 333"/>
                <a:gd name="T64" fmla="*/ 145 w 321"/>
                <a:gd name="T65" fmla="*/ 162 h 333"/>
                <a:gd name="T66" fmla="*/ 137 w 321"/>
                <a:gd name="T67" fmla="*/ 294 h 333"/>
                <a:gd name="T68" fmla="*/ 154 w 321"/>
                <a:gd name="T69" fmla="*/ 272 h 333"/>
                <a:gd name="T70" fmla="*/ 137 w 321"/>
                <a:gd name="T71" fmla="*/ 245 h 333"/>
                <a:gd name="T72" fmla="*/ 154 w 321"/>
                <a:gd name="T73" fmla="*/ 265 h 333"/>
                <a:gd name="T74" fmla="*/ 137 w 321"/>
                <a:gd name="T75" fmla="*/ 245 h 333"/>
                <a:gd name="T76" fmla="*/ 145 w 321"/>
                <a:gd name="T77" fmla="*/ 239 h 333"/>
                <a:gd name="T78" fmla="*/ 145 w 321"/>
                <a:gd name="T79" fmla="*/ 217 h 333"/>
                <a:gd name="T80" fmla="*/ 137 w 321"/>
                <a:gd name="T81" fmla="*/ 212 h 333"/>
                <a:gd name="T82" fmla="*/ 154 w 321"/>
                <a:gd name="T83" fmla="*/ 188 h 333"/>
                <a:gd name="T84" fmla="*/ 111 w 321"/>
                <a:gd name="T85" fmla="*/ 169 h 333"/>
                <a:gd name="T86" fmla="*/ 127 w 321"/>
                <a:gd name="T87" fmla="*/ 186 h 333"/>
                <a:gd name="T88" fmla="*/ 111 w 321"/>
                <a:gd name="T89" fmla="*/ 169 h 333"/>
                <a:gd name="T90" fmla="*/ 119 w 321"/>
                <a:gd name="T91" fmla="*/ 294 h 333"/>
                <a:gd name="T92" fmla="*/ 119 w 321"/>
                <a:gd name="T93" fmla="*/ 273 h 333"/>
                <a:gd name="T94" fmla="*/ 111 w 321"/>
                <a:gd name="T95" fmla="*/ 267 h 333"/>
                <a:gd name="T96" fmla="*/ 127 w 321"/>
                <a:gd name="T97" fmla="*/ 246 h 333"/>
                <a:gd name="T98" fmla="*/ 111 w 321"/>
                <a:gd name="T99" fmla="*/ 221 h 333"/>
                <a:gd name="T100" fmla="*/ 127 w 321"/>
                <a:gd name="T101" fmla="*/ 240 h 333"/>
                <a:gd name="T102" fmla="*/ 111 w 321"/>
                <a:gd name="T103" fmla="*/ 221 h 333"/>
                <a:gd name="T104" fmla="*/ 119 w 321"/>
                <a:gd name="T105" fmla="*/ 214 h 333"/>
                <a:gd name="T106" fmla="*/ 119 w 321"/>
                <a:gd name="T107" fmla="*/ 193 h 333"/>
                <a:gd name="T108" fmla="*/ 127 w 321"/>
                <a:gd name="T109" fmla="*/ 62 h 333"/>
                <a:gd name="T110" fmla="*/ 171 w 321"/>
                <a:gd name="T111" fmla="*/ 117 h 333"/>
                <a:gd name="T112" fmla="*/ 224 w 321"/>
                <a:gd name="T113" fmla="*/ 134 h 333"/>
                <a:gd name="T114" fmla="*/ 239 w 321"/>
                <a:gd name="T115" fmla="*/ 28 h 333"/>
                <a:gd name="T116" fmla="*/ 51 w 321"/>
                <a:gd name="T117" fmla="*/ 303 h 333"/>
                <a:gd name="T118" fmla="*/ 118 w 321"/>
                <a:gd name="T119" fmla="*/ 129 h 333"/>
                <a:gd name="T120" fmla="*/ 51 w 321"/>
                <a:gd name="T121" fmla="*/ 303 h 333"/>
                <a:gd name="T122" fmla="*/ 166 w 321"/>
                <a:gd name="T123" fmla="*/ 142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1" h="333">
                  <a:moveTo>
                    <a:pt x="0" y="303"/>
                  </a:moveTo>
                  <a:cubicBezTo>
                    <a:pt x="28" y="303"/>
                    <a:pt x="28" y="303"/>
                    <a:pt x="28" y="303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03"/>
                    <a:pt x="298" y="303"/>
                    <a:pt x="298" y="303"/>
                  </a:cubicBezTo>
                  <a:cubicBezTo>
                    <a:pt x="321" y="303"/>
                    <a:pt x="321" y="303"/>
                    <a:pt x="321" y="303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0" y="333"/>
                    <a:pt x="0" y="333"/>
                    <a:pt x="0" y="333"/>
                  </a:cubicBezTo>
                  <a:cubicBezTo>
                    <a:pt x="0" y="303"/>
                    <a:pt x="0" y="303"/>
                    <a:pt x="0" y="303"/>
                  </a:cubicBezTo>
                  <a:close/>
                  <a:moveTo>
                    <a:pt x="181" y="53"/>
                  </a:moveTo>
                  <a:cubicBezTo>
                    <a:pt x="181" y="58"/>
                    <a:pt x="181" y="63"/>
                    <a:pt x="181" y="68"/>
                  </a:cubicBezTo>
                  <a:cubicBezTo>
                    <a:pt x="183" y="68"/>
                    <a:pt x="185" y="67"/>
                    <a:pt x="187" y="67"/>
                  </a:cubicBezTo>
                  <a:cubicBezTo>
                    <a:pt x="189" y="67"/>
                    <a:pt x="191" y="66"/>
                    <a:pt x="193" y="66"/>
                  </a:cubicBezTo>
                  <a:cubicBezTo>
                    <a:pt x="193" y="61"/>
                    <a:pt x="193" y="55"/>
                    <a:pt x="193" y="50"/>
                  </a:cubicBezTo>
                  <a:cubicBezTo>
                    <a:pt x="191" y="51"/>
                    <a:pt x="189" y="51"/>
                    <a:pt x="187" y="52"/>
                  </a:cubicBezTo>
                  <a:cubicBezTo>
                    <a:pt x="185" y="52"/>
                    <a:pt x="183" y="53"/>
                    <a:pt x="181" y="53"/>
                  </a:cubicBezTo>
                  <a:close/>
                  <a:moveTo>
                    <a:pt x="181" y="92"/>
                  </a:moveTo>
                  <a:cubicBezTo>
                    <a:pt x="181" y="97"/>
                    <a:pt x="181" y="102"/>
                    <a:pt x="181" y="107"/>
                  </a:cubicBezTo>
                  <a:cubicBezTo>
                    <a:pt x="183" y="107"/>
                    <a:pt x="185" y="107"/>
                    <a:pt x="187" y="106"/>
                  </a:cubicBezTo>
                  <a:cubicBezTo>
                    <a:pt x="189" y="106"/>
                    <a:pt x="191" y="106"/>
                    <a:pt x="193" y="106"/>
                  </a:cubicBezTo>
                  <a:cubicBezTo>
                    <a:pt x="193" y="101"/>
                    <a:pt x="193" y="95"/>
                    <a:pt x="193" y="90"/>
                  </a:cubicBezTo>
                  <a:cubicBezTo>
                    <a:pt x="191" y="91"/>
                    <a:pt x="189" y="91"/>
                    <a:pt x="187" y="91"/>
                  </a:cubicBezTo>
                  <a:cubicBezTo>
                    <a:pt x="185" y="91"/>
                    <a:pt x="183" y="92"/>
                    <a:pt x="181" y="92"/>
                  </a:cubicBezTo>
                  <a:close/>
                  <a:moveTo>
                    <a:pt x="181" y="72"/>
                  </a:moveTo>
                  <a:cubicBezTo>
                    <a:pt x="181" y="77"/>
                    <a:pt x="181" y="83"/>
                    <a:pt x="181" y="88"/>
                  </a:cubicBezTo>
                  <a:cubicBezTo>
                    <a:pt x="183" y="87"/>
                    <a:pt x="185" y="87"/>
                    <a:pt x="187" y="87"/>
                  </a:cubicBezTo>
                  <a:cubicBezTo>
                    <a:pt x="189" y="86"/>
                    <a:pt x="191" y="86"/>
                    <a:pt x="193" y="86"/>
                  </a:cubicBezTo>
                  <a:cubicBezTo>
                    <a:pt x="193" y="80"/>
                    <a:pt x="193" y="75"/>
                    <a:pt x="193" y="70"/>
                  </a:cubicBezTo>
                  <a:cubicBezTo>
                    <a:pt x="191" y="71"/>
                    <a:pt x="189" y="71"/>
                    <a:pt x="187" y="71"/>
                  </a:cubicBezTo>
                  <a:cubicBezTo>
                    <a:pt x="185" y="72"/>
                    <a:pt x="183" y="72"/>
                    <a:pt x="181" y="72"/>
                  </a:cubicBezTo>
                  <a:close/>
                  <a:moveTo>
                    <a:pt x="205" y="49"/>
                  </a:moveTo>
                  <a:cubicBezTo>
                    <a:pt x="205" y="54"/>
                    <a:pt x="205" y="59"/>
                    <a:pt x="205" y="64"/>
                  </a:cubicBezTo>
                  <a:cubicBezTo>
                    <a:pt x="207" y="64"/>
                    <a:pt x="209" y="63"/>
                    <a:pt x="211" y="63"/>
                  </a:cubicBezTo>
                  <a:cubicBezTo>
                    <a:pt x="213" y="63"/>
                    <a:pt x="215" y="62"/>
                    <a:pt x="217" y="62"/>
                  </a:cubicBezTo>
                  <a:cubicBezTo>
                    <a:pt x="217" y="56"/>
                    <a:pt x="217" y="51"/>
                    <a:pt x="217" y="46"/>
                  </a:cubicBezTo>
                  <a:cubicBezTo>
                    <a:pt x="215" y="46"/>
                    <a:pt x="213" y="47"/>
                    <a:pt x="211" y="47"/>
                  </a:cubicBezTo>
                  <a:cubicBezTo>
                    <a:pt x="209" y="48"/>
                    <a:pt x="207" y="48"/>
                    <a:pt x="205" y="49"/>
                  </a:cubicBezTo>
                  <a:close/>
                  <a:moveTo>
                    <a:pt x="205" y="89"/>
                  </a:moveTo>
                  <a:cubicBezTo>
                    <a:pt x="205" y="94"/>
                    <a:pt x="205" y="99"/>
                    <a:pt x="205" y="104"/>
                  </a:cubicBezTo>
                  <a:cubicBezTo>
                    <a:pt x="207" y="104"/>
                    <a:pt x="209" y="104"/>
                    <a:pt x="211" y="104"/>
                  </a:cubicBezTo>
                  <a:cubicBezTo>
                    <a:pt x="213" y="104"/>
                    <a:pt x="215" y="103"/>
                    <a:pt x="217" y="103"/>
                  </a:cubicBezTo>
                  <a:cubicBezTo>
                    <a:pt x="217" y="98"/>
                    <a:pt x="217" y="92"/>
                    <a:pt x="217" y="87"/>
                  </a:cubicBezTo>
                  <a:cubicBezTo>
                    <a:pt x="215" y="87"/>
                    <a:pt x="213" y="88"/>
                    <a:pt x="211" y="88"/>
                  </a:cubicBezTo>
                  <a:cubicBezTo>
                    <a:pt x="209" y="88"/>
                    <a:pt x="207" y="89"/>
                    <a:pt x="205" y="89"/>
                  </a:cubicBezTo>
                  <a:close/>
                  <a:moveTo>
                    <a:pt x="205" y="69"/>
                  </a:moveTo>
                  <a:cubicBezTo>
                    <a:pt x="205" y="74"/>
                    <a:pt x="205" y="79"/>
                    <a:pt x="205" y="84"/>
                  </a:cubicBezTo>
                  <a:cubicBezTo>
                    <a:pt x="207" y="84"/>
                    <a:pt x="209" y="84"/>
                    <a:pt x="211" y="83"/>
                  </a:cubicBezTo>
                  <a:cubicBezTo>
                    <a:pt x="213" y="83"/>
                    <a:pt x="215" y="83"/>
                    <a:pt x="217" y="82"/>
                  </a:cubicBezTo>
                  <a:cubicBezTo>
                    <a:pt x="217" y="77"/>
                    <a:pt x="217" y="72"/>
                    <a:pt x="217" y="66"/>
                  </a:cubicBezTo>
                  <a:cubicBezTo>
                    <a:pt x="215" y="67"/>
                    <a:pt x="213" y="67"/>
                    <a:pt x="211" y="67"/>
                  </a:cubicBezTo>
                  <a:cubicBezTo>
                    <a:pt x="209" y="68"/>
                    <a:pt x="207" y="68"/>
                    <a:pt x="205" y="69"/>
                  </a:cubicBezTo>
                  <a:close/>
                  <a:moveTo>
                    <a:pt x="57" y="112"/>
                  </a:moveTo>
                  <a:cubicBezTo>
                    <a:pt x="57" y="117"/>
                    <a:pt x="57" y="122"/>
                    <a:pt x="57" y="127"/>
                  </a:cubicBezTo>
                  <a:cubicBezTo>
                    <a:pt x="59" y="126"/>
                    <a:pt x="61" y="126"/>
                    <a:pt x="63" y="126"/>
                  </a:cubicBezTo>
                  <a:cubicBezTo>
                    <a:pt x="65" y="125"/>
                    <a:pt x="67" y="125"/>
                    <a:pt x="69" y="124"/>
                  </a:cubicBezTo>
                  <a:cubicBezTo>
                    <a:pt x="69" y="119"/>
                    <a:pt x="69" y="114"/>
                    <a:pt x="69" y="109"/>
                  </a:cubicBezTo>
                  <a:cubicBezTo>
                    <a:pt x="67" y="109"/>
                    <a:pt x="65" y="110"/>
                    <a:pt x="63" y="110"/>
                  </a:cubicBezTo>
                  <a:cubicBezTo>
                    <a:pt x="61" y="111"/>
                    <a:pt x="59" y="111"/>
                    <a:pt x="57" y="112"/>
                  </a:cubicBezTo>
                  <a:close/>
                  <a:moveTo>
                    <a:pt x="57" y="190"/>
                  </a:moveTo>
                  <a:cubicBezTo>
                    <a:pt x="57" y="195"/>
                    <a:pt x="57" y="200"/>
                    <a:pt x="57" y="205"/>
                  </a:cubicBezTo>
                  <a:cubicBezTo>
                    <a:pt x="59" y="205"/>
                    <a:pt x="61" y="205"/>
                    <a:pt x="63" y="205"/>
                  </a:cubicBezTo>
                  <a:cubicBezTo>
                    <a:pt x="65" y="205"/>
                    <a:pt x="67" y="205"/>
                    <a:pt x="69" y="205"/>
                  </a:cubicBezTo>
                  <a:cubicBezTo>
                    <a:pt x="69" y="199"/>
                    <a:pt x="69" y="194"/>
                    <a:pt x="69" y="189"/>
                  </a:cubicBezTo>
                  <a:cubicBezTo>
                    <a:pt x="67" y="189"/>
                    <a:pt x="65" y="189"/>
                    <a:pt x="63" y="189"/>
                  </a:cubicBezTo>
                  <a:cubicBezTo>
                    <a:pt x="61" y="189"/>
                    <a:pt x="59" y="189"/>
                    <a:pt x="57" y="190"/>
                  </a:cubicBezTo>
                  <a:close/>
                  <a:moveTo>
                    <a:pt x="57" y="170"/>
                  </a:moveTo>
                  <a:cubicBezTo>
                    <a:pt x="57" y="175"/>
                    <a:pt x="57" y="180"/>
                    <a:pt x="57" y="185"/>
                  </a:cubicBezTo>
                  <a:cubicBezTo>
                    <a:pt x="59" y="185"/>
                    <a:pt x="61" y="185"/>
                    <a:pt x="63" y="185"/>
                  </a:cubicBezTo>
                  <a:cubicBezTo>
                    <a:pt x="65" y="184"/>
                    <a:pt x="67" y="184"/>
                    <a:pt x="69" y="184"/>
                  </a:cubicBezTo>
                  <a:cubicBezTo>
                    <a:pt x="69" y="179"/>
                    <a:pt x="69" y="174"/>
                    <a:pt x="69" y="169"/>
                  </a:cubicBezTo>
                  <a:cubicBezTo>
                    <a:pt x="67" y="169"/>
                    <a:pt x="65" y="169"/>
                    <a:pt x="63" y="169"/>
                  </a:cubicBezTo>
                  <a:cubicBezTo>
                    <a:pt x="61" y="169"/>
                    <a:pt x="59" y="170"/>
                    <a:pt x="57" y="170"/>
                  </a:cubicBezTo>
                  <a:close/>
                  <a:moveTo>
                    <a:pt x="57" y="150"/>
                  </a:moveTo>
                  <a:cubicBezTo>
                    <a:pt x="57" y="155"/>
                    <a:pt x="57" y="161"/>
                    <a:pt x="57" y="166"/>
                  </a:cubicBezTo>
                  <a:cubicBezTo>
                    <a:pt x="59" y="165"/>
                    <a:pt x="61" y="165"/>
                    <a:pt x="63" y="165"/>
                  </a:cubicBezTo>
                  <a:cubicBezTo>
                    <a:pt x="65" y="165"/>
                    <a:pt x="67" y="165"/>
                    <a:pt x="69" y="164"/>
                  </a:cubicBezTo>
                  <a:cubicBezTo>
                    <a:pt x="69" y="159"/>
                    <a:pt x="69" y="154"/>
                    <a:pt x="69" y="149"/>
                  </a:cubicBezTo>
                  <a:cubicBezTo>
                    <a:pt x="67" y="149"/>
                    <a:pt x="65" y="149"/>
                    <a:pt x="63" y="150"/>
                  </a:cubicBezTo>
                  <a:cubicBezTo>
                    <a:pt x="61" y="150"/>
                    <a:pt x="59" y="150"/>
                    <a:pt x="57" y="150"/>
                  </a:cubicBezTo>
                  <a:close/>
                  <a:moveTo>
                    <a:pt x="57" y="131"/>
                  </a:moveTo>
                  <a:cubicBezTo>
                    <a:pt x="57" y="136"/>
                    <a:pt x="57" y="141"/>
                    <a:pt x="57" y="146"/>
                  </a:cubicBezTo>
                  <a:cubicBezTo>
                    <a:pt x="59" y="146"/>
                    <a:pt x="61" y="145"/>
                    <a:pt x="63" y="145"/>
                  </a:cubicBezTo>
                  <a:cubicBezTo>
                    <a:pt x="65" y="145"/>
                    <a:pt x="67" y="144"/>
                    <a:pt x="69" y="144"/>
                  </a:cubicBezTo>
                  <a:cubicBezTo>
                    <a:pt x="69" y="139"/>
                    <a:pt x="69" y="134"/>
                    <a:pt x="69" y="129"/>
                  </a:cubicBezTo>
                  <a:cubicBezTo>
                    <a:pt x="67" y="129"/>
                    <a:pt x="65" y="129"/>
                    <a:pt x="63" y="130"/>
                  </a:cubicBezTo>
                  <a:cubicBezTo>
                    <a:pt x="61" y="130"/>
                    <a:pt x="59" y="131"/>
                    <a:pt x="57" y="131"/>
                  </a:cubicBezTo>
                  <a:close/>
                  <a:moveTo>
                    <a:pt x="137" y="164"/>
                  </a:moveTo>
                  <a:cubicBezTo>
                    <a:pt x="137" y="171"/>
                    <a:pt x="137" y="178"/>
                    <a:pt x="137" y="185"/>
                  </a:cubicBezTo>
                  <a:cubicBezTo>
                    <a:pt x="140" y="185"/>
                    <a:pt x="143" y="184"/>
                    <a:pt x="145" y="184"/>
                  </a:cubicBezTo>
                  <a:cubicBezTo>
                    <a:pt x="148" y="183"/>
                    <a:pt x="151" y="182"/>
                    <a:pt x="154" y="182"/>
                  </a:cubicBezTo>
                  <a:cubicBezTo>
                    <a:pt x="154" y="175"/>
                    <a:pt x="154" y="167"/>
                    <a:pt x="154" y="160"/>
                  </a:cubicBezTo>
                  <a:cubicBezTo>
                    <a:pt x="151" y="161"/>
                    <a:pt x="148" y="162"/>
                    <a:pt x="145" y="162"/>
                  </a:cubicBezTo>
                  <a:cubicBezTo>
                    <a:pt x="143" y="163"/>
                    <a:pt x="140" y="164"/>
                    <a:pt x="137" y="164"/>
                  </a:cubicBezTo>
                  <a:close/>
                  <a:moveTo>
                    <a:pt x="137" y="273"/>
                  </a:moveTo>
                  <a:cubicBezTo>
                    <a:pt x="137" y="280"/>
                    <a:pt x="137" y="287"/>
                    <a:pt x="137" y="294"/>
                  </a:cubicBezTo>
                  <a:cubicBezTo>
                    <a:pt x="140" y="294"/>
                    <a:pt x="143" y="294"/>
                    <a:pt x="145" y="294"/>
                  </a:cubicBezTo>
                  <a:cubicBezTo>
                    <a:pt x="148" y="294"/>
                    <a:pt x="151" y="294"/>
                    <a:pt x="154" y="294"/>
                  </a:cubicBezTo>
                  <a:cubicBezTo>
                    <a:pt x="154" y="287"/>
                    <a:pt x="154" y="279"/>
                    <a:pt x="154" y="272"/>
                  </a:cubicBezTo>
                  <a:cubicBezTo>
                    <a:pt x="151" y="272"/>
                    <a:pt x="148" y="272"/>
                    <a:pt x="145" y="273"/>
                  </a:cubicBezTo>
                  <a:cubicBezTo>
                    <a:pt x="143" y="273"/>
                    <a:pt x="140" y="273"/>
                    <a:pt x="137" y="273"/>
                  </a:cubicBezTo>
                  <a:close/>
                  <a:moveTo>
                    <a:pt x="137" y="245"/>
                  </a:moveTo>
                  <a:cubicBezTo>
                    <a:pt x="137" y="252"/>
                    <a:pt x="137" y="259"/>
                    <a:pt x="137" y="266"/>
                  </a:cubicBezTo>
                  <a:cubicBezTo>
                    <a:pt x="140" y="266"/>
                    <a:pt x="143" y="266"/>
                    <a:pt x="145" y="266"/>
                  </a:cubicBezTo>
                  <a:cubicBezTo>
                    <a:pt x="148" y="266"/>
                    <a:pt x="151" y="266"/>
                    <a:pt x="154" y="265"/>
                  </a:cubicBezTo>
                  <a:cubicBezTo>
                    <a:pt x="154" y="258"/>
                    <a:pt x="154" y="251"/>
                    <a:pt x="154" y="244"/>
                  </a:cubicBezTo>
                  <a:cubicBezTo>
                    <a:pt x="151" y="244"/>
                    <a:pt x="148" y="244"/>
                    <a:pt x="145" y="245"/>
                  </a:cubicBezTo>
                  <a:cubicBezTo>
                    <a:pt x="143" y="245"/>
                    <a:pt x="140" y="245"/>
                    <a:pt x="137" y="245"/>
                  </a:cubicBezTo>
                  <a:close/>
                  <a:moveTo>
                    <a:pt x="137" y="218"/>
                  </a:moveTo>
                  <a:cubicBezTo>
                    <a:pt x="137" y="225"/>
                    <a:pt x="137" y="232"/>
                    <a:pt x="137" y="239"/>
                  </a:cubicBezTo>
                  <a:cubicBezTo>
                    <a:pt x="140" y="239"/>
                    <a:pt x="143" y="239"/>
                    <a:pt x="145" y="239"/>
                  </a:cubicBezTo>
                  <a:cubicBezTo>
                    <a:pt x="148" y="238"/>
                    <a:pt x="151" y="238"/>
                    <a:pt x="154" y="238"/>
                  </a:cubicBezTo>
                  <a:cubicBezTo>
                    <a:pt x="154" y="230"/>
                    <a:pt x="154" y="223"/>
                    <a:pt x="154" y="216"/>
                  </a:cubicBezTo>
                  <a:cubicBezTo>
                    <a:pt x="151" y="216"/>
                    <a:pt x="148" y="217"/>
                    <a:pt x="145" y="217"/>
                  </a:cubicBezTo>
                  <a:cubicBezTo>
                    <a:pt x="143" y="218"/>
                    <a:pt x="140" y="218"/>
                    <a:pt x="137" y="218"/>
                  </a:cubicBezTo>
                  <a:close/>
                  <a:moveTo>
                    <a:pt x="137" y="191"/>
                  </a:moveTo>
                  <a:cubicBezTo>
                    <a:pt x="137" y="198"/>
                    <a:pt x="137" y="205"/>
                    <a:pt x="137" y="212"/>
                  </a:cubicBezTo>
                  <a:cubicBezTo>
                    <a:pt x="140" y="212"/>
                    <a:pt x="143" y="211"/>
                    <a:pt x="145" y="211"/>
                  </a:cubicBezTo>
                  <a:cubicBezTo>
                    <a:pt x="148" y="210"/>
                    <a:pt x="151" y="210"/>
                    <a:pt x="154" y="210"/>
                  </a:cubicBezTo>
                  <a:cubicBezTo>
                    <a:pt x="154" y="202"/>
                    <a:pt x="154" y="195"/>
                    <a:pt x="154" y="188"/>
                  </a:cubicBezTo>
                  <a:cubicBezTo>
                    <a:pt x="151" y="188"/>
                    <a:pt x="148" y="189"/>
                    <a:pt x="145" y="190"/>
                  </a:cubicBezTo>
                  <a:cubicBezTo>
                    <a:pt x="143" y="190"/>
                    <a:pt x="140" y="191"/>
                    <a:pt x="137" y="191"/>
                  </a:cubicBezTo>
                  <a:close/>
                  <a:moveTo>
                    <a:pt x="111" y="169"/>
                  </a:moveTo>
                  <a:cubicBezTo>
                    <a:pt x="111" y="176"/>
                    <a:pt x="111" y="183"/>
                    <a:pt x="111" y="189"/>
                  </a:cubicBezTo>
                  <a:cubicBezTo>
                    <a:pt x="113" y="189"/>
                    <a:pt x="116" y="188"/>
                    <a:pt x="119" y="188"/>
                  </a:cubicBezTo>
                  <a:cubicBezTo>
                    <a:pt x="121" y="187"/>
                    <a:pt x="124" y="187"/>
                    <a:pt x="127" y="186"/>
                  </a:cubicBezTo>
                  <a:cubicBezTo>
                    <a:pt x="127" y="179"/>
                    <a:pt x="127" y="172"/>
                    <a:pt x="127" y="165"/>
                  </a:cubicBezTo>
                  <a:cubicBezTo>
                    <a:pt x="124" y="166"/>
                    <a:pt x="121" y="166"/>
                    <a:pt x="119" y="167"/>
                  </a:cubicBezTo>
                  <a:cubicBezTo>
                    <a:pt x="116" y="168"/>
                    <a:pt x="113" y="168"/>
                    <a:pt x="111" y="169"/>
                  </a:cubicBezTo>
                  <a:close/>
                  <a:moveTo>
                    <a:pt x="111" y="274"/>
                  </a:moveTo>
                  <a:cubicBezTo>
                    <a:pt x="111" y="280"/>
                    <a:pt x="111" y="287"/>
                    <a:pt x="111" y="294"/>
                  </a:cubicBezTo>
                  <a:cubicBezTo>
                    <a:pt x="113" y="294"/>
                    <a:pt x="116" y="294"/>
                    <a:pt x="119" y="294"/>
                  </a:cubicBezTo>
                  <a:cubicBezTo>
                    <a:pt x="121" y="294"/>
                    <a:pt x="124" y="294"/>
                    <a:pt x="127" y="294"/>
                  </a:cubicBezTo>
                  <a:cubicBezTo>
                    <a:pt x="127" y="287"/>
                    <a:pt x="127" y="280"/>
                    <a:pt x="127" y="273"/>
                  </a:cubicBezTo>
                  <a:cubicBezTo>
                    <a:pt x="124" y="273"/>
                    <a:pt x="121" y="273"/>
                    <a:pt x="119" y="273"/>
                  </a:cubicBezTo>
                  <a:cubicBezTo>
                    <a:pt x="116" y="273"/>
                    <a:pt x="113" y="273"/>
                    <a:pt x="111" y="274"/>
                  </a:cubicBezTo>
                  <a:close/>
                  <a:moveTo>
                    <a:pt x="111" y="247"/>
                  </a:moveTo>
                  <a:cubicBezTo>
                    <a:pt x="111" y="254"/>
                    <a:pt x="111" y="260"/>
                    <a:pt x="111" y="267"/>
                  </a:cubicBezTo>
                  <a:cubicBezTo>
                    <a:pt x="113" y="267"/>
                    <a:pt x="116" y="267"/>
                    <a:pt x="119" y="267"/>
                  </a:cubicBezTo>
                  <a:cubicBezTo>
                    <a:pt x="121" y="267"/>
                    <a:pt x="124" y="266"/>
                    <a:pt x="127" y="266"/>
                  </a:cubicBezTo>
                  <a:cubicBezTo>
                    <a:pt x="127" y="259"/>
                    <a:pt x="127" y="252"/>
                    <a:pt x="127" y="246"/>
                  </a:cubicBezTo>
                  <a:cubicBezTo>
                    <a:pt x="124" y="246"/>
                    <a:pt x="121" y="246"/>
                    <a:pt x="119" y="246"/>
                  </a:cubicBezTo>
                  <a:cubicBezTo>
                    <a:pt x="116" y="246"/>
                    <a:pt x="113" y="247"/>
                    <a:pt x="111" y="247"/>
                  </a:cubicBezTo>
                  <a:close/>
                  <a:moveTo>
                    <a:pt x="111" y="221"/>
                  </a:moveTo>
                  <a:cubicBezTo>
                    <a:pt x="111" y="228"/>
                    <a:pt x="111" y="235"/>
                    <a:pt x="111" y="241"/>
                  </a:cubicBezTo>
                  <a:cubicBezTo>
                    <a:pt x="113" y="241"/>
                    <a:pt x="116" y="241"/>
                    <a:pt x="119" y="241"/>
                  </a:cubicBezTo>
                  <a:cubicBezTo>
                    <a:pt x="121" y="240"/>
                    <a:pt x="124" y="240"/>
                    <a:pt x="127" y="240"/>
                  </a:cubicBezTo>
                  <a:cubicBezTo>
                    <a:pt x="127" y="233"/>
                    <a:pt x="127" y="226"/>
                    <a:pt x="127" y="219"/>
                  </a:cubicBezTo>
                  <a:cubicBezTo>
                    <a:pt x="124" y="219"/>
                    <a:pt x="121" y="220"/>
                    <a:pt x="119" y="220"/>
                  </a:cubicBezTo>
                  <a:cubicBezTo>
                    <a:pt x="116" y="220"/>
                    <a:pt x="113" y="221"/>
                    <a:pt x="111" y="221"/>
                  </a:cubicBezTo>
                  <a:close/>
                  <a:moveTo>
                    <a:pt x="111" y="195"/>
                  </a:moveTo>
                  <a:cubicBezTo>
                    <a:pt x="111" y="202"/>
                    <a:pt x="111" y="208"/>
                    <a:pt x="111" y="215"/>
                  </a:cubicBezTo>
                  <a:cubicBezTo>
                    <a:pt x="113" y="215"/>
                    <a:pt x="116" y="214"/>
                    <a:pt x="119" y="214"/>
                  </a:cubicBezTo>
                  <a:cubicBezTo>
                    <a:pt x="121" y="214"/>
                    <a:pt x="124" y="213"/>
                    <a:pt x="127" y="213"/>
                  </a:cubicBezTo>
                  <a:cubicBezTo>
                    <a:pt x="127" y="206"/>
                    <a:pt x="127" y="199"/>
                    <a:pt x="127" y="192"/>
                  </a:cubicBezTo>
                  <a:cubicBezTo>
                    <a:pt x="124" y="192"/>
                    <a:pt x="121" y="193"/>
                    <a:pt x="119" y="193"/>
                  </a:cubicBezTo>
                  <a:cubicBezTo>
                    <a:pt x="116" y="194"/>
                    <a:pt x="113" y="194"/>
                    <a:pt x="111" y="195"/>
                  </a:cubicBezTo>
                  <a:close/>
                  <a:moveTo>
                    <a:pt x="122" y="63"/>
                  </a:moveTo>
                  <a:cubicBezTo>
                    <a:pt x="127" y="62"/>
                    <a:pt x="127" y="62"/>
                    <a:pt x="127" y="62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71" y="76"/>
                    <a:pt x="171" y="76"/>
                    <a:pt x="171" y="76"/>
                  </a:cubicBezTo>
                  <a:cubicBezTo>
                    <a:pt x="171" y="117"/>
                    <a:pt x="171" y="117"/>
                    <a:pt x="171" y="117"/>
                  </a:cubicBezTo>
                  <a:cubicBezTo>
                    <a:pt x="174" y="117"/>
                    <a:pt x="174" y="117"/>
                    <a:pt x="174" y="117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303"/>
                    <a:pt x="224" y="303"/>
                    <a:pt x="224" y="303"/>
                  </a:cubicBezTo>
                  <a:cubicBezTo>
                    <a:pt x="239" y="303"/>
                    <a:pt x="239" y="303"/>
                    <a:pt x="239" y="303"/>
                  </a:cubicBezTo>
                  <a:cubicBezTo>
                    <a:pt x="239" y="28"/>
                    <a:pt x="239" y="28"/>
                    <a:pt x="239" y="2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63"/>
                    <a:pt x="122" y="63"/>
                    <a:pt x="122" y="63"/>
                  </a:cubicBezTo>
                  <a:close/>
                  <a:moveTo>
                    <a:pt x="51" y="303"/>
                  </a:moveTo>
                  <a:cubicBezTo>
                    <a:pt x="76" y="303"/>
                    <a:pt x="76" y="303"/>
                    <a:pt x="76" y="303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1" y="303"/>
                    <a:pt x="51" y="303"/>
                    <a:pt x="51" y="303"/>
                  </a:cubicBezTo>
                  <a:close/>
                  <a:moveTo>
                    <a:pt x="98" y="303"/>
                  </a:moveTo>
                  <a:cubicBezTo>
                    <a:pt x="166" y="303"/>
                    <a:pt x="166" y="303"/>
                    <a:pt x="166" y="303"/>
                  </a:cubicBezTo>
                  <a:cubicBezTo>
                    <a:pt x="166" y="142"/>
                    <a:pt x="166" y="142"/>
                    <a:pt x="166" y="142"/>
                  </a:cubicBezTo>
                  <a:cubicBezTo>
                    <a:pt x="98" y="153"/>
                    <a:pt x="98" y="153"/>
                    <a:pt x="98" y="153"/>
                  </a:cubicBezTo>
                  <a:lnTo>
                    <a:pt x="98" y="303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ïṡḷidê"/>
            <p:cNvSpPr/>
            <p:nvPr/>
          </p:nvSpPr>
          <p:spPr bwMode="auto">
            <a:xfrm>
              <a:off x="6667755" y="4092450"/>
              <a:ext cx="1915730" cy="2203742"/>
            </a:xfrm>
            <a:custGeom>
              <a:avLst/>
              <a:gdLst>
                <a:gd name="T0" fmla="*/ 603 w 603"/>
                <a:gd name="T1" fmla="*/ 230 h 551"/>
                <a:gd name="T2" fmla="*/ 590 w 603"/>
                <a:gd name="T3" fmla="*/ 265 h 551"/>
                <a:gd name="T4" fmla="*/ 343 w 603"/>
                <a:gd name="T5" fmla="*/ 551 h 551"/>
                <a:gd name="T6" fmla="*/ 226 w 603"/>
                <a:gd name="T7" fmla="*/ 436 h 551"/>
                <a:gd name="T8" fmla="*/ 156 w 603"/>
                <a:gd name="T9" fmla="*/ 551 h 551"/>
                <a:gd name="T10" fmla="*/ 33 w 603"/>
                <a:gd name="T11" fmla="*/ 106 h 551"/>
                <a:gd name="T12" fmla="*/ 0 w 603"/>
                <a:gd name="T13" fmla="*/ 85 h 551"/>
                <a:gd name="T14" fmla="*/ 187 w 603"/>
                <a:gd name="T15" fmla="*/ 0 h 551"/>
                <a:gd name="T16" fmla="*/ 370 w 603"/>
                <a:gd name="T17" fmla="*/ 83 h 551"/>
                <a:gd name="T18" fmla="*/ 343 w 603"/>
                <a:gd name="T19" fmla="*/ 106 h 551"/>
                <a:gd name="T20" fmla="*/ 343 w 603"/>
                <a:gd name="T21" fmla="*/ 230 h 551"/>
                <a:gd name="T22" fmla="*/ 170 w 603"/>
                <a:gd name="T23" fmla="*/ 217 h 551"/>
                <a:gd name="T24" fmla="*/ 214 w 603"/>
                <a:gd name="T25" fmla="*/ 156 h 551"/>
                <a:gd name="T26" fmla="*/ 170 w 603"/>
                <a:gd name="T27" fmla="*/ 156 h 551"/>
                <a:gd name="T28" fmla="*/ 75 w 603"/>
                <a:gd name="T29" fmla="*/ 217 h 551"/>
                <a:gd name="T30" fmla="*/ 118 w 603"/>
                <a:gd name="T31" fmla="*/ 156 h 551"/>
                <a:gd name="T32" fmla="*/ 75 w 603"/>
                <a:gd name="T33" fmla="*/ 156 h 551"/>
                <a:gd name="T34" fmla="*/ 440 w 603"/>
                <a:gd name="T35" fmla="*/ 376 h 551"/>
                <a:gd name="T36" fmla="*/ 482 w 603"/>
                <a:gd name="T37" fmla="*/ 319 h 551"/>
                <a:gd name="T38" fmla="*/ 440 w 603"/>
                <a:gd name="T39" fmla="*/ 319 h 551"/>
                <a:gd name="T40" fmla="*/ 376 w 603"/>
                <a:gd name="T41" fmla="*/ 459 h 551"/>
                <a:gd name="T42" fmla="*/ 416 w 603"/>
                <a:gd name="T43" fmla="*/ 403 h 551"/>
                <a:gd name="T44" fmla="*/ 376 w 603"/>
                <a:gd name="T45" fmla="*/ 403 h 551"/>
                <a:gd name="T46" fmla="*/ 503 w 603"/>
                <a:gd name="T47" fmla="*/ 459 h 551"/>
                <a:gd name="T48" fmla="*/ 544 w 603"/>
                <a:gd name="T49" fmla="*/ 403 h 551"/>
                <a:gd name="T50" fmla="*/ 503 w 603"/>
                <a:gd name="T51" fmla="*/ 403 h 551"/>
                <a:gd name="T52" fmla="*/ 440 w 603"/>
                <a:gd name="T53" fmla="*/ 459 h 551"/>
                <a:gd name="T54" fmla="*/ 482 w 603"/>
                <a:gd name="T55" fmla="*/ 403 h 551"/>
                <a:gd name="T56" fmla="*/ 440 w 603"/>
                <a:gd name="T57" fmla="*/ 403 h 551"/>
                <a:gd name="T58" fmla="*/ 376 w 603"/>
                <a:gd name="T59" fmla="*/ 376 h 551"/>
                <a:gd name="T60" fmla="*/ 416 w 603"/>
                <a:gd name="T61" fmla="*/ 319 h 551"/>
                <a:gd name="T62" fmla="*/ 376 w 603"/>
                <a:gd name="T63" fmla="*/ 319 h 551"/>
                <a:gd name="T64" fmla="*/ 503 w 603"/>
                <a:gd name="T65" fmla="*/ 376 h 551"/>
                <a:gd name="T66" fmla="*/ 544 w 603"/>
                <a:gd name="T67" fmla="*/ 319 h 551"/>
                <a:gd name="T68" fmla="*/ 503 w 603"/>
                <a:gd name="T69" fmla="*/ 319 h 551"/>
                <a:gd name="T70" fmla="*/ 260 w 603"/>
                <a:gd name="T71" fmla="*/ 476 h 551"/>
                <a:gd name="T72" fmla="*/ 305 w 603"/>
                <a:gd name="T73" fmla="*/ 416 h 551"/>
                <a:gd name="T74" fmla="*/ 260 w 603"/>
                <a:gd name="T75" fmla="*/ 416 h 551"/>
                <a:gd name="T76" fmla="*/ 75 w 603"/>
                <a:gd name="T77" fmla="*/ 476 h 551"/>
                <a:gd name="T78" fmla="*/ 118 w 603"/>
                <a:gd name="T79" fmla="*/ 416 h 551"/>
                <a:gd name="T80" fmla="*/ 75 w 603"/>
                <a:gd name="T81" fmla="*/ 416 h 551"/>
                <a:gd name="T82" fmla="*/ 260 w 603"/>
                <a:gd name="T83" fmla="*/ 393 h 551"/>
                <a:gd name="T84" fmla="*/ 305 w 603"/>
                <a:gd name="T85" fmla="*/ 330 h 551"/>
                <a:gd name="T86" fmla="*/ 260 w 603"/>
                <a:gd name="T87" fmla="*/ 330 h 551"/>
                <a:gd name="T88" fmla="*/ 170 w 603"/>
                <a:gd name="T89" fmla="*/ 393 h 551"/>
                <a:gd name="T90" fmla="*/ 214 w 603"/>
                <a:gd name="T91" fmla="*/ 330 h 551"/>
                <a:gd name="T92" fmla="*/ 170 w 603"/>
                <a:gd name="T93" fmla="*/ 330 h 551"/>
                <a:gd name="T94" fmla="*/ 75 w 603"/>
                <a:gd name="T95" fmla="*/ 393 h 551"/>
                <a:gd name="T96" fmla="*/ 118 w 603"/>
                <a:gd name="T97" fmla="*/ 330 h 551"/>
                <a:gd name="T98" fmla="*/ 75 w 603"/>
                <a:gd name="T99" fmla="*/ 330 h 551"/>
                <a:gd name="T100" fmla="*/ 260 w 603"/>
                <a:gd name="T101" fmla="*/ 305 h 551"/>
                <a:gd name="T102" fmla="*/ 305 w 603"/>
                <a:gd name="T103" fmla="*/ 242 h 551"/>
                <a:gd name="T104" fmla="*/ 260 w 603"/>
                <a:gd name="T105" fmla="*/ 242 h 551"/>
                <a:gd name="T106" fmla="*/ 170 w 603"/>
                <a:gd name="T107" fmla="*/ 305 h 551"/>
                <a:gd name="T108" fmla="*/ 214 w 603"/>
                <a:gd name="T109" fmla="*/ 242 h 551"/>
                <a:gd name="T110" fmla="*/ 170 w 603"/>
                <a:gd name="T111" fmla="*/ 242 h 551"/>
                <a:gd name="T112" fmla="*/ 75 w 603"/>
                <a:gd name="T113" fmla="*/ 305 h 551"/>
                <a:gd name="T114" fmla="*/ 118 w 603"/>
                <a:gd name="T115" fmla="*/ 242 h 551"/>
                <a:gd name="T116" fmla="*/ 75 w 603"/>
                <a:gd name="T117" fmla="*/ 242 h 551"/>
                <a:gd name="T118" fmla="*/ 260 w 603"/>
                <a:gd name="T119" fmla="*/ 217 h 551"/>
                <a:gd name="T120" fmla="*/ 305 w 603"/>
                <a:gd name="T121" fmla="*/ 156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03" h="551">
                  <a:moveTo>
                    <a:pt x="343" y="230"/>
                  </a:moveTo>
                  <a:lnTo>
                    <a:pt x="603" y="230"/>
                  </a:lnTo>
                  <a:lnTo>
                    <a:pt x="603" y="265"/>
                  </a:lnTo>
                  <a:lnTo>
                    <a:pt x="590" y="265"/>
                  </a:lnTo>
                  <a:lnTo>
                    <a:pt x="590" y="551"/>
                  </a:lnTo>
                  <a:lnTo>
                    <a:pt x="343" y="551"/>
                  </a:lnTo>
                  <a:lnTo>
                    <a:pt x="226" y="551"/>
                  </a:lnTo>
                  <a:lnTo>
                    <a:pt x="226" y="436"/>
                  </a:lnTo>
                  <a:lnTo>
                    <a:pt x="156" y="436"/>
                  </a:lnTo>
                  <a:lnTo>
                    <a:pt x="156" y="551"/>
                  </a:lnTo>
                  <a:lnTo>
                    <a:pt x="33" y="551"/>
                  </a:lnTo>
                  <a:lnTo>
                    <a:pt x="33" y="106"/>
                  </a:lnTo>
                  <a:lnTo>
                    <a:pt x="0" y="106"/>
                  </a:lnTo>
                  <a:lnTo>
                    <a:pt x="0" y="85"/>
                  </a:lnTo>
                  <a:lnTo>
                    <a:pt x="71" y="54"/>
                  </a:lnTo>
                  <a:lnTo>
                    <a:pt x="187" y="0"/>
                  </a:lnTo>
                  <a:lnTo>
                    <a:pt x="303" y="54"/>
                  </a:lnTo>
                  <a:lnTo>
                    <a:pt x="370" y="83"/>
                  </a:lnTo>
                  <a:lnTo>
                    <a:pt x="370" y="106"/>
                  </a:lnTo>
                  <a:lnTo>
                    <a:pt x="343" y="106"/>
                  </a:lnTo>
                  <a:lnTo>
                    <a:pt x="343" y="230"/>
                  </a:lnTo>
                  <a:lnTo>
                    <a:pt x="343" y="230"/>
                  </a:lnTo>
                  <a:close/>
                  <a:moveTo>
                    <a:pt x="170" y="156"/>
                  </a:moveTo>
                  <a:lnTo>
                    <a:pt x="170" y="217"/>
                  </a:lnTo>
                  <a:lnTo>
                    <a:pt x="214" y="217"/>
                  </a:lnTo>
                  <a:lnTo>
                    <a:pt x="214" y="156"/>
                  </a:lnTo>
                  <a:lnTo>
                    <a:pt x="170" y="156"/>
                  </a:lnTo>
                  <a:lnTo>
                    <a:pt x="170" y="156"/>
                  </a:lnTo>
                  <a:close/>
                  <a:moveTo>
                    <a:pt x="75" y="156"/>
                  </a:moveTo>
                  <a:lnTo>
                    <a:pt x="75" y="217"/>
                  </a:lnTo>
                  <a:lnTo>
                    <a:pt x="118" y="217"/>
                  </a:lnTo>
                  <a:lnTo>
                    <a:pt x="118" y="156"/>
                  </a:lnTo>
                  <a:lnTo>
                    <a:pt x="75" y="156"/>
                  </a:lnTo>
                  <a:lnTo>
                    <a:pt x="75" y="156"/>
                  </a:lnTo>
                  <a:close/>
                  <a:moveTo>
                    <a:pt x="440" y="319"/>
                  </a:moveTo>
                  <a:lnTo>
                    <a:pt x="440" y="376"/>
                  </a:lnTo>
                  <a:lnTo>
                    <a:pt x="482" y="376"/>
                  </a:lnTo>
                  <a:lnTo>
                    <a:pt x="482" y="319"/>
                  </a:lnTo>
                  <a:lnTo>
                    <a:pt x="440" y="319"/>
                  </a:lnTo>
                  <a:lnTo>
                    <a:pt x="440" y="319"/>
                  </a:lnTo>
                  <a:close/>
                  <a:moveTo>
                    <a:pt x="376" y="403"/>
                  </a:moveTo>
                  <a:lnTo>
                    <a:pt x="376" y="459"/>
                  </a:lnTo>
                  <a:lnTo>
                    <a:pt x="416" y="459"/>
                  </a:lnTo>
                  <a:lnTo>
                    <a:pt x="416" y="403"/>
                  </a:lnTo>
                  <a:lnTo>
                    <a:pt x="376" y="403"/>
                  </a:lnTo>
                  <a:lnTo>
                    <a:pt x="376" y="403"/>
                  </a:lnTo>
                  <a:close/>
                  <a:moveTo>
                    <a:pt x="503" y="403"/>
                  </a:moveTo>
                  <a:lnTo>
                    <a:pt x="503" y="459"/>
                  </a:lnTo>
                  <a:lnTo>
                    <a:pt x="544" y="459"/>
                  </a:lnTo>
                  <a:lnTo>
                    <a:pt x="544" y="403"/>
                  </a:lnTo>
                  <a:lnTo>
                    <a:pt x="503" y="403"/>
                  </a:lnTo>
                  <a:lnTo>
                    <a:pt x="503" y="403"/>
                  </a:lnTo>
                  <a:close/>
                  <a:moveTo>
                    <a:pt x="440" y="403"/>
                  </a:moveTo>
                  <a:lnTo>
                    <a:pt x="440" y="459"/>
                  </a:lnTo>
                  <a:lnTo>
                    <a:pt x="482" y="459"/>
                  </a:lnTo>
                  <a:lnTo>
                    <a:pt x="482" y="403"/>
                  </a:lnTo>
                  <a:lnTo>
                    <a:pt x="440" y="403"/>
                  </a:lnTo>
                  <a:lnTo>
                    <a:pt x="440" y="403"/>
                  </a:lnTo>
                  <a:close/>
                  <a:moveTo>
                    <a:pt x="376" y="319"/>
                  </a:moveTo>
                  <a:lnTo>
                    <a:pt x="376" y="376"/>
                  </a:lnTo>
                  <a:lnTo>
                    <a:pt x="416" y="376"/>
                  </a:lnTo>
                  <a:lnTo>
                    <a:pt x="416" y="319"/>
                  </a:lnTo>
                  <a:lnTo>
                    <a:pt x="376" y="319"/>
                  </a:lnTo>
                  <a:lnTo>
                    <a:pt x="376" y="319"/>
                  </a:lnTo>
                  <a:close/>
                  <a:moveTo>
                    <a:pt x="503" y="319"/>
                  </a:moveTo>
                  <a:lnTo>
                    <a:pt x="503" y="376"/>
                  </a:lnTo>
                  <a:lnTo>
                    <a:pt x="544" y="376"/>
                  </a:lnTo>
                  <a:lnTo>
                    <a:pt x="544" y="319"/>
                  </a:lnTo>
                  <a:lnTo>
                    <a:pt x="503" y="319"/>
                  </a:lnTo>
                  <a:lnTo>
                    <a:pt x="503" y="319"/>
                  </a:lnTo>
                  <a:close/>
                  <a:moveTo>
                    <a:pt x="260" y="416"/>
                  </a:moveTo>
                  <a:lnTo>
                    <a:pt x="260" y="476"/>
                  </a:lnTo>
                  <a:lnTo>
                    <a:pt x="305" y="476"/>
                  </a:lnTo>
                  <a:lnTo>
                    <a:pt x="305" y="416"/>
                  </a:lnTo>
                  <a:lnTo>
                    <a:pt x="260" y="416"/>
                  </a:lnTo>
                  <a:lnTo>
                    <a:pt x="260" y="416"/>
                  </a:lnTo>
                  <a:close/>
                  <a:moveTo>
                    <a:pt x="75" y="416"/>
                  </a:moveTo>
                  <a:lnTo>
                    <a:pt x="75" y="476"/>
                  </a:lnTo>
                  <a:lnTo>
                    <a:pt x="118" y="476"/>
                  </a:lnTo>
                  <a:lnTo>
                    <a:pt x="118" y="416"/>
                  </a:lnTo>
                  <a:lnTo>
                    <a:pt x="75" y="416"/>
                  </a:lnTo>
                  <a:lnTo>
                    <a:pt x="75" y="416"/>
                  </a:lnTo>
                  <a:close/>
                  <a:moveTo>
                    <a:pt x="260" y="330"/>
                  </a:moveTo>
                  <a:lnTo>
                    <a:pt x="260" y="393"/>
                  </a:lnTo>
                  <a:lnTo>
                    <a:pt x="305" y="393"/>
                  </a:lnTo>
                  <a:lnTo>
                    <a:pt x="305" y="330"/>
                  </a:lnTo>
                  <a:lnTo>
                    <a:pt x="260" y="330"/>
                  </a:lnTo>
                  <a:lnTo>
                    <a:pt x="260" y="330"/>
                  </a:lnTo>
                  <a:close/>
                  <a:moveTo>
                    <a:pt x="170" y="330"/>
                  </a:moveTo>
                  <a:lnTo>
                    <a:pt x="170" y="393"/>
                  </a:lnTo>
                  <a:lnTo>
                    <a:pt x="214" y="393"/>
                  </a:lnTo>
                  <a:lnTo>
                    <a:pt x="214" y="330"/>
                  </a:lnTo>
                  <a:lnTo>
                    <a:pt x="170" y="330"/>
                  </a:lnTo>
                  <a:lnTo>
                    <a:pt x="170" y="330"/>
                  </a:lnTo>
                  <a:close/>
                  <a:moveTo>
                    <a:pt x="75" y="330"/>
                  </a:moveTo>
                  <a:lnTo>
                    <a:pt x="75" y="393"/>
                  </a:lnTo>
                  <a:lnTo>
                    <a:pt x="118" y="393"/>
                  </a:lnTo>
                  <a:lnTo>
                    <a:pt x="118" y="330"/>
                  </a:lnTo>
                  <a:lnTo>
                    <a:pt x="75" y="330"/>
                  </a:lnTo>
                  <a:lnTo>
                    <a:pt x="75" y="330"/>
                  </a:lnTo>
                  <a:close/>
                  <a:moveTo>
                    <a:pt x="260" y="242"/>
                  </a:moveTo>
                  <a:lnTo>
                    <a:pt x="260" y="305"/>
                  </a:lnTo>
                  <a:lnTo>
                    <a:pt x="305" y="305"/>
                  </a:lnTo>
                  <a:lnTo>
                    <a:pt x="305" y="242"/>
                  </a:lnTo>
                  <a:lnTo>
                    <a:pt x="260" y="242"/>
                  </a:lnTo>
                  <a:lnTo>
                    <a:pt x="260" y="242"/>
                  </a:lnTo>
                  <a:close/>
                  <a:moveTo>
                    <a:pt x="170" y="242"/>
                  </a:moveTo>
                  <a:lnTo>
                    <a:pt x="170" y="305"/>
                  </a:lnTo>
                  <a:lnTo>
                    <a:pt x="214" y="305"/>
                  </a:lnTo>
                  <a:lnTo>
                    <a:pt x="214" y="242"/>
                  </a:lnTo>
                  <a:lnTo>
                    <a:pt x="170" y="242"/>
                  </a:lnTo>
                  <a:lnTo>
                    <a:pt x="170" y="242"/>
                  </a:lnTo>
                  <a:close/>
                  <a:moveTo>
                    <a:pt x="75" y="242"/>
                  </a:moveTo>
                  <a:lnTo>
                    <a:pt x="75" y="305"/>
                  </a:lnTo>
                  <a:lnTo>
                    <a:pt x="118" y="305"/>
                  </a:lnTo>
                  <a:lnTo>
                    <a:pt x="118" y="242"/>
                  </a:lnTo>
                  <a:lnTo>
                    <a:pt x="75" y="242"/>
                  </a:lnTo>
                  <a:lnTo>
                    <a:pt x="75" y="242"/>
                  </a:lnTo>
                  <a:close/>
                  <a:moveTo>
                    <a:pt x="260" y="156"/>
                  </a:moveTo>
                  <a:lnTo>
                    <a:pt x="260" y="217"/>
                  </a:lnTo>
                  <a:lnTo>
                    <a:pt x="305" y="217"/>
                  </a:lnTo>
                  <a:lnTo>
                    <a:pt x="305" y="156"/>
                  </a:lnTo>
                  <a:lnTo>
                    <a:pt x="260" y="156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74752" y="6400887"/>
            <a:ext cx="1093905" cy="203200"/>
            <a:chOff x="2400300" y="-914400"/>
            <a:chExt cx="1093905" cy="203200"/>
          </a:xfrm>
        </p:grpSpPr>
        <p:sp>
          <p:nvSpPr>
            <p:cNvPr id="25" name="椭圆 24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: 圆角 19"/>
          <p:cNvSpPr/>
          <p:nvPr/>
        </p:nvSpPr>
        <p:spPr>
          <a:xfrm>
            <a:off x="432723" y="5306095"/>
            <a:ext cx="1807844" cy="381635"/>
          </a:xfrm>
          <a:prstGeom prst="roundRect">
            <a:avLst>
              <a:gd name="adj" fmla="val 50000"/>
            </a:avLst>
          </a:prstGeom>
          <a:solidFill>
            <a:schemeClr val="dk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答辩人：</a:t>
            </a:r>
            <a:r>
              <a:rPr lang="zh-CN" altLang="en-US" sz="1100" dirty="0">
                <a:latin typeface="Segoe UI Semilight" panose="020B0402040204020203" pitchFamily="34" charset="0"/>
                <a:cs typeface="Segoe UI Semilight" panose="020B0402040204020203" pitchFamily="34" charset="0"/>
                <a:sym typeface="+mn-lt"/>
              </a:rPr>
              <a:t>范一鸣  徐如意</a:t>
            </a:r>
            <a:endParaRPr lang="en-US" altLang="zh-CN" sz="1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4" name="矩形: 圆角 20"/>
          <p:cNvSpPr/>
          <p:nvPr/>
        </p:nvSpPr>
        <p:spPr>
          <a:xfrm>
            <a:off x="2478065" y="5306121"/>
            <a:ext cx="1542469" cy="3817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时间：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 2025.06.10</a:t>
            </a:r>
            <a:endParaRPr lang="zh-CN" altLang="en-US" sz="1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9" name="PA_矩形 29"/>
          <p:cNvSpPr/>
          <p:nvPr>
            <p:custDataLst>
              <p:tags r:id="rId2"/>
            </p:custDataLst>
          </p:nvPr>
        </p:nvSpPr>
        <p:spPr>
          <a:xfrm>
            <a:off x="9621597" y="236328"/>
            <a:ext cx="2339102" cy="3192671"/>
          </a:xfrm>
          <a:prstGeom prst="rect">
            <a:avLst/>
          </a:prstGeom>
          <a:ln>
            <a:noFill/>
          </a:ln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2800" spc="3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  <a:sym typeface="+mn-lt"/>
              </a:rPr>
              <a:t>明德新民</a:t>
            </a:r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  <a:p>
            <a:pPr algn="dist"/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  <a:p>
            <a:pPr algn="dist"/>
            <a:r>
              <a:rPr lang="zh-CN" altLang="en-US" sz="2800" spc="3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  <a:sym typeface="+mn-lt"/>
              </a:rPr>
              <a:t>止于至善</a:t>
            </a:r>
          </a:p>
          <a:p>
            <a:pPr algn="dist"/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  <a:p>
            <a:pPr algn="dist"/>
            <a:endParaRPr lang="zh-CN" altLang="en-US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51" b="29251"/>
          <a:stretch/>
        </p:blipFill>
        <p:spPr>
          <a:xfrm>
            <a:off x="-52994" y="895111"/>
            <a:ext cx="4237644" cy="988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40"/>
          <p:cNvSpPr/>
          <p:nvPr/>
        </p:nvSpPr>
        <p:spPr>
          <a:xfrm>
            <a:off x="49231" y="-12700"/>
            <a:ext cx="6225650" cy="6881672"/>
          </a:xfrm>
          <a:custGeom>
            <a:avLst/>
            <a:gdLst>
              <a:gd name="connsiteX0" fmla="*/ 3429000 w 6858000"/>
              <a:gd name="connsiteY0" fmla="*/ 0 h 6881672"/>
              <a:gd name="connsiteX1" fmla="*/ 6858000 w 6858000"/>
              <a:gd name="connsiteY1" fmla="*/ 3440836 h 6881672"/>
              <a:gd name="connsiteX2" fmla="*/ 3779595 w 6858000"/>
              <a:gd name="connsiteY2" fmla="*/ 6863908 h 6881672"/>
              <a:gd name="connsiteX3" fmla="*/ 3644899 w 6858000"/>
              <a:gd name="connsiteY3" fmla="*/ 6874185 h 6881672"/>
              <a:gd name="connsiteX4" fmla="*/ 3644899 w 6858000"/>
              <a:gd name="connsiteY4" fmla="*/ 6881672 h 6881672"/>
              <a:gd name="connsiteX5" fmla="*/ 3429000 w 6858000"/>
              <a:gd name="connsiteY5" fmla="*/ 6881672 h 6881672"/>
              <a:gd name="connsiteX6" fmla="*/ 0 w 6858000"/>
              <a:gd name="connsiteY6" fmla="*/ 6881672 h 6881672"/>
              <a:gd name="connsiteX7" fmla="*/ 0 w 6858000"/>
              <a:gd name="connsiteY7" fmla="*/ 3440836 h 6881672"/>
              <a:gd name="connsiteX8" fmla="*/ 0 w 6858000"/>
              <a:gd name="connsiteY8" fmla="*/ 12700 h 6881672"/>
              <a:gd name="connsiteX9" fmla="*/ 3144780 w 6858000"/>
              <a:gd name="connsiteY9" fmla="*/ 12700 h 6881672"/>
              <a:gd name="connsiteX10" fmla="*/ 3252544 w 6858000"/>
              <a:gd name="connsiteY10" fmla="*/ 4477 h 6881672"/>
              <a:gd name="connsiteX11" fmla="*/ 3429000 w 6858000"/>
              <a:gd name="connsiteY11" fmla="*/ 0 h 688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6881672">
                <a:moveTo>
                  <a:pt x="3429000" y="0"/>
                </a:moveTo>
                <a:cubicBezTo>
                  <a:pt x="5322784" y="0"/>
                  <a:pt x="6858000" y="1540515"/>
                  <a:pt x="6858000" y="3440836"/>
                </a:cubicBezTo>
                <a:cubicBezTo>
                  <a:pt x="6858000" y="5222387"/>
                  <a:pt x="5508689" y="6687702"/>
                  <a:pt x="3779595" y="6863908"/>
                </a:cubicBezTo>
                <a:lnTo>
                  <a:pt x="3644899" y="6874185"/>
                </a:lnTo>
                <a:lnTo>
                  <a:pt x="3644899" y="6881672"/>
                </a:lnTo>
                <a:lnTo>
                  <a:pt x="3429000" y="6881672"/>
                </a:lnTo>
                <a:lnTo>
                  <a:pt x="0" y="6881672"/>
                </a:lnTo>
                <a:lnTo>
                  <a:pt x="0" y="3440836"/>
                </a:lnTo>
                <a:lnTo>
                  <a:pt x="0" y="12700"/>
                </a:lnTo>
                <a:lnTo>
                  <a:pt x="3144780" y="12700"/>
                </a:lnTo>
                <a:lnTo>
                  <a:pt x="3252544" y="4477"/>
                </a:lnTo>
                <a:cubicBezTo>
                  <a:pt x="3310989" y="1505"/>
                  <a:pt x="3369819" y="0"/>
                  <a:pt x="3429000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任意多边形: 形状 25"/>
          <p:cNvSpPr/>
          <p:nvPr/>
        </p:nvSpPr>
        <p:spPr>
          <a:xfrm>
            <a:off x="96742" y="-1050588"/>
            <a:ext cx="8524826" cy="9014570"/>
          </a:xfrm>
          <a:custGeom>
            <a:avLst/>
            <a:gdLst>
              <a:gd name="connsiteX0" fmla="*/ 4262413 w 8524826"/>
              <a:gd name="connsiteY0" fmla="*/ 0 h 9014570"/>
              <a:gd name="connsiteX1" fmla="*/ 6294133 w 8524826"/>
              <a:gd name="connsiteY1" fmla="*/ 544005 h 9014570"/>
              <a:gd name="connsiteX2" fmla="*/ 6362552 w 8524826"/>
              <a:gd name="connsiteY2" fmla="*/ 585606 h 9014570"/>
              <a:gd name="connsiteX3" fmla="*/ 6362552 w 8524826"/>
              <a:gd name="connsiteY3" fmla="*/ 1037888 h 9014570"/>
              <a:gd name="connsiteX4" fmla="*/ 6982697 w 8524826"/>
              <a:gd name="connsiteY4" fmla="*/ 1037888 h 9014570"/>
              <a:gd name="connsiteX5" fmla="*/ 7276395 w 8524826"/>
              <a:gd name="connsiteY5" fmla="*/ 1320153 h 9014570"/>
              <a:gd name="connsiteX6" fmla="*/ 8524826 w 8524826"/>
              <a:gd name="connsiteY6" fmla="*/ 4507285 h 9014570"/>
              <a:gd name="connsiteX7" fmla="*/ 7276395 w 8524826"/>
              <a:gd name="connsiteY7" fmla="*/ 7694417 h 9014570"/>
              <a:gd name="connsiteX8" fmla="*/ 7044457 w 8524826"/>
              <a:gd name="connsiteY8" fmla="*/ 7917326 h 9014570"/>
              <a:gd name="connsiteX9" fmla="*/ 6182110 w 8524826"/>
              <a:gd name="connsiteY9" fmla="*/ 7917326 h 9014570"/>
              <a:gd name="connsiteX10" fmla="*/ 6182110 w 8524826"/>
              <a:gd name="connsiteY10" fmla="*/ 8531236 h 9014570"/>
              <a:gd name="connsiteX11" fmla="*/ 6110346 w 8524826"/>
              <a:gd name="connsiteY11" fmla="*/ 8570103 h 9014570"/>
              <a:gd name="connsiteX12" fmla="*/ 4262413 w 8524826"/>
              <a:gd name="connsiteY12" fmla="*/ 9014570 h 9014570"/>
              <a:gd name="connsiteX13" fmla="*/ 0 w 8524826"/>
              <a:gd name="connsiteY13" fmla="*/ 4507285 h 9014570"/>
              <a:gd name="connsiteX14" fmla="*/ 4262413 w 8524826"/>
              <a:gd name="connsiteY14" fmla="*/ 0 h 9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24826" h="9014570">
                <a:moveTo>
                  <a:pt x="4262413" y="0"/>
                </a:moveTo>
                <a:cubicBezTo>
                  <a:pt x="4998059" y="0"/>
                  <a:pt x="5690177" y="197069"/>
                  <a:pt x="6294133" y="544005"/>
                </a:cubicBezTo>
                <a:lnTo>
                  <a:pt x="6362552" y="585606"/>
                </a:lnTo>
                <a:lnTo>
                  <a:pt x="6362552" y="1037888"/>
                </a:lnTo>
                <a:lnTo>
                  <a:pt x="6982697" y="1037888"/>
                </a:lnTo>
                <a:lnTo>
                  <a:pt x="7276395" y="1320153"/>
                </a:lnTo>
                <a:cubicBezTo>
                  <a:pt x="8047739" y="2135811"/>
                  <a:pt x="8524826" y="3262633"/>
                  <a:pt x="8524826" y="4507285"/>
                </a:cubicBezTo>
                <a:cubicBezTo>
                  <a:pt x="8524826" y="5751938"/>
                  <a:pt x="8047739" y="6878759"/>
                  <a:pt x="7276395" y="7694417"/>
                </a:cubicBezTo>
                <a:lnTo>
                  <a:pt x="7044457" y="7917326"/>
                </a:lnTo>
                <a:lnTo>
                  <a:pt x="6182110" y="7917326"/>
                </a:lnTo>
                <a:lnTo>
                  <a:pt x="6182110" y="8531236"/>
                </a:lnTo>
                <a:lnTo>
                  <a:pt x="6110346" y="8570103"/>
                </a:lnTo>
                <a:cubicBezTo>
                  <a:pt x="5551318" y="8854945"/>
                  <a:pt x="4924494" y="9014570"/>
                  <a:pt x="4262413" y="9014570"/>
                </a:cubicBezTo>
                <a:cubicBezTo>
                  <a:pt x="1908347" y="9014570"/>
                  <a:pt x="0" y="6996590"/>
                  <a:pt x="0" y="4507285"/>
                </a:cubicBezTo>
                <a:cubicBezTo>
                  <a:pt x="0" y="2017980"/>
                  <a:pt x="1908347" y="0"/>
                  <a:pt x="4262413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8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23"/>
          <p:cNvSpPr/>
          <p:nvPr/>
        </p:nvSpPr>
        <p:spPr>
          <a:xfrm>
            <a:off x="-1012335" y="-1050589"/>
            <a:ext cx="8720080" cy="9014570"/>
          </a:xfrm>
          <a:custGeom>
            <a:avLst/>
            <a:gdLst>
              <a:gd name="connsiteX0" fmla="*/ 4360040 w 8720080"/>
              <a:gd name="connsiteY0" fmla="*/ 0 h 9014570"/>
              <a:gd name="connsiteX1" fmla="*/ 6438294 w 8720080"/>
              <a:gd name="connsiteY1" fmla="*/ 544005 h 9014570"/>
              <a:gd name="connsiteX2" fmla="*/ 6460635 w 8720080"/>
              <a:gd name="connsiteY2" fmla="*/ 557285 h 9014570"/>
              <a:gd name="connsiteX3" fmla="*/ 6460635 w 8720080"/>
              <a:gd name="connsiteY3" fmla="*/ 1033420 h 9014570"/>
              <a:gd name="connsiteX4" fmla="*/ 7138093 w 8720080"/>
              <a:gd name="connsiteY4" fmla="*/ 1033420 h 9014570"/>
              <a:gd name="connsiteX5" fmla="*/ 7291633 w 8720080"/>
              <a:gd name="connsiteY5" fmla="*/ 1170911 h 9014570"/>
              <a:gd name="connsiteX6" fmla="*/ 8720080 w 8720080"/>
              <a:gd name="connsiteY6" fmla="*/ 4507285 h 9014570"/>
              <a:gd name="connsiteX7" fmla="*/ 7291633 w 8720080"/>
              <a:gd name="connsiteY7" fmla="*/ 7843659 h 9014570"/>
              <a:gd name="connsiteX8" fmla="*/ 7209366 w 8720080"/>
              <a:gd name="connsiteY8" fmla="*/ 7917327 h 9014570"/>
              <a:gd name="connsiteX9" fmla="*/ 6521658 w 8720080"/>
              <a:gd name="connsiteY9" fmla="*/ 7917327 h 9014570"/>
              <a:gd name="connsiteX10" fmla="*/ 6521658 w 8720080"/>
              <a:gd name="connsiteY10" fmla="*/ 8421013 h 9014570"/>
              <a:gd name="connsiteX11" fmla="*/ 6438294 w 8720080"/>
              <a:gd name="connsiteY11" fmla="*/ 8470565 h 9014570"/>
              <a:gd name="connsiteX12" fmla="*/ 4360040 w 8720080"/>
              <a:gd name="connsiteY12" fmla="*/ 9014570 h 9014570"/>
              <a:gd name="connsiteX13" fmla="*/ 0 w 8720080"/>
              <a:gd name="connsiteY13" fmla="*/ 4507285 h 9014570"/>
              <a:gd name="connsiteX14" fmla="*/ 4360040 w 8720080"/>
              <a:gd name="connsiteY14" fmla="*/ 0 h 9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720080" h="9014570">
                <a:moveTo>
                  <a:pt x="4360040" y="0"/>
                </a:moveTo>
                <a:cubicBezTo>
                  <a:pt x="5112535" y="0"/>
                  <a:pt x="5820506" y="197069"/>
                  <a:pt x="6438294" y="544005"/>
                </a:cubicBezTo>
                <a:lnTo>
                  <a:pt x="6460635" y="557285"/>
                </a:lnTo>
                <a:lnTo>
                  <a:pt x="6460635" y="1033420"/>
                </a:lnTo>
                <a:lnTo>
                  <a:pt x="7138093" y="1033420"/>
                </a:lnTo>
                <a:lnTo>
                  <a:pt x="7291633" y="1170911"/>
                </a:lnTo>
                <a:cubicBezTo>
                  <a:pt x="8169158" y="1995419"/>
                  <a:pt x="8720080" y="3184842"/>
                  <a:pt x="8720080" y="4507285"/>
                </a:cubicBezTo>
                <a:cubicBezTo>
                  <a:pt x="8720080" y="5829729"/>
                  <a:pt x="8169158" y="7019151"/>
                  <a:pt x="7291633" y="7843659"/>
                </a:cubicBezTo>
                <a:lnTo>
                  <a:pt x="7209366" y="7917327"/>
                </a:lnTo>
                <a:lnTo>
                  <a:pt x="6521658" y="7917327"/>
                </a:lnTo>
                <a:lnTo>
                  <a:pt x="6521658" y="8421013"/>
                </a:lnTo>
                <a:lnTo>
                  <a:pt x="6438294" y="8470565"/>
                </a:lnTo>
                <a:cubicBezTo>
                  <a:pt x="5820506" y="8817502"/>
                  <a:pt x="5112535" y="9014570"/>
                  <a:pt x="4360040" y="9014570"/>
                </a:cubicBezTo>
                <a:cubicBezTo>
                  <a:pt x="1952056" y="9014570"/>
                  <a:pt x="0" y="6996590"/>
                  <a:pt x="0" y="4507285"/>
                </a:cubicBezTo>
                <a:cubicBezTo>
                  <a:pt x="0" y="2017980"/>
                  <a:pt x="1952056" y="0"/>
                  <a:pt x="4360040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2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1593153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rgbClr val="FF9C00">
                    <a:alpha val="0"/>
                  </a:srgbClr>
                </a:gs>
                <a:gs pos="77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1360519" y="-823172"/>
            <a:ext cx="8484598" cy="8484598"/>
          </a:xfrm>
          <a:prstGeom prst="ellipse">
            <a:avLst/>
          </a:prstGeom>
          <a:noFill/>
          <a:ln>
            <a:gradFill flip="none"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4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40"/>
          <p:cNvSpPr/>
          <p:nvPr/>
        </p:nvSpPr>
        <p:spPr>
          <a:xfrm>
            <a:off x="55033" y="-23672"/>
            <a:ext cx="6225650" cy="6881672"/>
          </a:xfrm>
          <a:custGeom>
            <a:avLst/>
            <a:gdLst>
              <a:gd name="connsiteX0" fmla="*/ 3429000 w 6858000"/>
              <a:gd name="connsiteY0" fmla="*/ 0 h 6881672"/>
              <a:gd name="connsiteX1" fmla="*/ 6858000 w 6858000"/>
              <a:gd name="connsiteY1" fmla="*/ 3440836 h 6881672"/>
              <a:gd name="connsiteX2" fmla="*/ 3779595 w 6858000"/>
              <a:gd name="connsiteY2" fmla="*/ 6863908 h 6881672"/>
              <a:gd name="connsiteX3" fmla="*/ 3644899 w 6858000"/>
              <a:gd name="connsiteY3" fmla="*/ 6874185 h 6881672"/>
              <a:gd name="connsiteX4" fmla="*/ 3644899 w 6858000"/>
              <a:gd name="connsiteY4" fmla="*/ 6881672 h 6881672"/>
              <a:gd name="connsiteX5" fmla="*/ 3429000 w 6858000"/>
              <a:gd name="connsiteY5" fmla="*/ 6881672 h 6881672"/>
              <a:gd name="connsiteX6" fmla="*/ 0 w 6858000"/>
              <a:gd name="connsiteY6" fmla="*/ 6881672 h 6881672"/>
              <a:gd name="connsiteX7" fmla="*/ 0 w 6858000"/>
              <a:gd name="connsiteY7" fmla="*/ 3440836 h 6881672"/>
              <a:gd name="connsiteX8" fmla="*/ 0 w 6858000"/>
              <a:gd name="connsiteY8" fmla="*/ 12700 h 6881672"/>
              <a:gd name="connsiteX9" fmla="*/ 3144780 w 6858000"/>
              <a:gd name="connsiteY9" fmla="*/ 12700 h 6881672"/>
              <a:gd name="connsiteX10" fmla="*/ 3252544 w 6858000"/>
              <a:gd name="connsiteY10" fmla="*/ 4477 h 6881672"/>
              <a:gd name="connsiteX11" fmla="*/ 3429000 w 6858000"/>
              <a:gd name="connsiteY11" fmla="*/ 0 h 688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6881672">
                <a:moveTo>
                  <a:pt x="3429000" y="0"/>
                </a:moveTo>
                <a:cubicBezTo>
                  <a:pt x="5322784" y="0"/>
                  <a:pt x="6858000" y="1540515"/>
                  <a:pt x="6858000" y="3440836"/>
                </a:cubicBezTo>
                <a:cubicBezTo>
                  <a:pt x="6858000" y="5222387"/>
                  <a:pt x="5508689" y="6687702"/>
                  <a:pt x="3779595" y="6863908"/>
                </a:cubicBezTo>
                <a:lnTo>
                  <a:pt x="3644899" y="6874185"/>
                </a:lnTo>
                <a:lnTo>
                  <a:pt x="3644899" y="6881672"/>
                </a:lnTo>
                <a:lnTo>
                  <a:pt x="3429000" y="6881672"/>
                </a:lnTo>
                <a:lnTo>
                  <a:pt x="0" y="6881672"/>
                </a:lnTo>
                <a:lnTo>
                  <a:pt x="0" y="3440836"/>
                </a:lnTo>
                <a:lnTo>
                  <a:pt x="0" y="12700"/>
                </a:lnTo>
                <a:lnTo>
                  <a:pt x="3144780" y="12700"/>
                </a:lnTo>
                <a:lnTo>
                  <a:pt x="3252544" y="4477"/>
                </a:lnTo>
                <a:cubicBezTo>
                  <a:pt x="3310989" y="1505"/>
                  <a:pt x="3369819" y="0"/>
                  <a:pt x="34290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100000"/>
                </a:schemeClr>
              </a:gs>
              <a:gs pos="71000">
                <a:schemeClr val="dk1">
                  <a:lumMod val="100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0" y="-16662"/>
            <a:ext cx="110067" cy="69000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-759882" y="2943680"/>
            <a:ext cx="5907636" cy="4191291"/>
            <a:chOff x="4659892" y="3664499"/>
            <a:chExt cx="3923593" cy="2783672"/>
          </a:xfrm>
          <a:solidFill>
            <a:schemeClr val="lt1">
              <a:alpha val="14000"/>
            </a:schemeClr>
          </a:solidFill>
        </p:grpSpPr>
        <p:sp>
          <p:nvSpPr>
            <p:cNvPr id="21" name="íṥḷíďe"/>
            <p:cNvSpPr/>
            <p:nvPr/>
          </p:nvSpPr>
          <p:spPr bwMode="auto">
            <a:xfrm>
              <a:off x="4659892" y="3664499"/>
              <a:ext cx="2119058" cy="2783672"/>
            </a:xfrm>
            <a:custGeom>
              <a:avLst/>
              <a:gdLst>
                <a:gd name="T0" fmla="*/ 28 w 321"/>
                <a:gd name="T1" fmla="*/ 93 h 333"/>
                <a:gd name="T2" fmla="*/ 99 w 321"/>
                <a:gd name="T3" fmla="*/ 68 h 333"/>
                <a:gd name="T4" fmla="*/ 108 w 321"/>
                <a:gd name="T5" fmla="*/ 34 h 333"/>
                <a:gd name="T6" fmla="*/ 298 w 321"/>
                <a:gd name="T7" fmla="*/ 303 h 333"/>
                <a:gd name="T8" fmla="*/ 0 w 321"/>
                <a:gd name="T9" fmla="*/ 333 h 333"/>
                <a:gd name="T10" fmla="*/ 181 w 321"/>
                <a:gd name="T11" fmla="*/ 68 h 333"/>
                <a:gd name="T12" fmla="*/ 193 w 321"/>
                <a:gd name="T13" fmla="*/ 50 h 333"/>
                <a:gd name="T14" fmla="*/ 181 w 321"/>
                <a:gd name="T15" fmla="*/ 92 h 333"/>
                <a:gd name="T16" fmla="*/ 193 w 321"/>
                <a:gd name="T17" fmla="*/ 106 h 333"/>
                <a:gd name="T18" fmla="*/ 181 w 321"/>
                <a:gd name="T19" fmla="*/ 92 h 333"/>
                <a:gd name="T20" fmla="*/ 187 w 321"/>
                <a:gd name="T21" fmla="*/ 87 h 333"/>
                <a:gd name="T22" fmla="*/ 187 w 321"/>
                <a:gd name="T23" fmla="*/ 71 h 333"/>
                <a:gd name="T24" fmla="*/ 205 w 321"/>
                <a:gd name="T25" fmla="*/ 64 h 333"/>
                <a:gd name="T26" fmla="*/ 217 w 321"/>
                <a:gd name="T27" fmla="*/ 46 h 333"/>
                <a:gd name="T28" fmla="*/ 205 w 321"/>
                <a:gd name="T29" fmla="*/ 89 h 333"/>
                <a:gd name="T30" fmla="*/ 217 w 321"/>
                <a:gd name="T31" fmla="*/ 103 h 333"/>
                <a:gd name="T32" fmla="*/ 205 w 321"/>
                <a:gd name="T33" fmla="*/ 89 h 333"/>
                <a:gd name="T34" fmla="*/ 211 w 321"/>
                <a:gd name="T35" fmla="*/ 83 h 333"/>
                <a:gd name="T36" fmla="*/ 211 w 321"/>
                <a:gd name="T37" fmla="*/ 67 h 333"/>
                <a:gd name="T38" fmla="*/ 57 w 321"/>
                <a:gd name="T39" fmla="*/ 127 h 333"/>
                <a:gd name="T40" fmla="*/ 69 w 321"/>
                <a:gd name="T41" fmla="*/ 109 h 333"/>
                <a:gd name="T42" fmla="*/ 57 w 321"/>
                <a:gd name="T43" fmla="*/ 190 h 333"/>
                <a:gd name="T44" fmla="*/ 69 w 321"/>
                <a:gd name="T45" fmla="*/ 205 h 333"/>
                <a:gd name="T46" fmla="*/ 57 w 321"/>
                <a:gd name="T47" fmla="*/ 190 h 333"/>
                <a:gd name="T48" fmla="*/ 63 w 321"/>
                <a:gd name="T49" fmla="*/ 185 h 333"/>
                <a:gd name="T50" fmla="*/ 63 w 321"/>
                <a:gd name="T51" fmla="*/ 169 h 333"/>
                <a:gd name="T52" fmla="*/ 57 w 321"/>
                <a:gd name="T53" fmla="*/ 166 h 333"/>
                <a:gd name="T54" fmla="*/ 69 w 321"/>
                <a:gd name="T55" fmla="*/ 149 h 333"/>
                <a:gd name="T56" fmla="*/ 57 w 321"/>
                <a:gd name="T57" fmla="*/ 131 h 333"/>
                <a:gd name="T58" fmla="*/ 69 w 321"/>
                <a:gd name="T59" fmla="*/ 144 h 333"/>
                <a:gd name="T60" fmla="*/ 57 w 321"/>
                <a:gd name="T61" fmla="*/ 131 h 333"/>
                <a:gd name="T62" fmla="*/ 145 w 321"/>
                <a:gd name="T63" fmla="*/ 184 h 333"/>
                <a:gd name="T64" fmla="*/ 145 w 321"/>
                <a:gd name="T65" fmla="*/ 162 h 333"/>
                <a:gd name="T66" fmla="*/ 137 w 321"/>
                <a:gd name="T67" fmla="*/ 294 h 333"/>
                <a:gd name="T68" fmla="*/ 154 w 321"/>
                <a:gd name="T69" fmla="*/ 272 h 333"/>
                <a:gd name="T70" fmla="*/ 137 w 321"/>
                <a:gd name="T71" fmla="*/ 245 h 333"/>
                <a:gd name="T72" fmla="*/ 154 w 321"/>
                <a:gd name="T73" fmla="*/ 265 h 333"/>
                <a:gd name="T74" fmla="*/ 137 w 321"/>
                <a:gd name="T75" fmla="*/ 245 h 333"/>
                <a:gd name="T76" fmla="*/ 145 w 321"/>
                <a:gd name="T77" fmla="*/ 239 h 333"/>
                <a:gd name="T78" fmla="*/ 145 w 321"/>
                <a:gd name="T79" fmla="*/ 217 h 333"/>
                <a:gd name="T80" fmla="*/ 137 w 321"/>
                <a:gd name="T81" fmla="*/ 212 h 333"/>
                <a:gd name="T82" fmla="*/ 154 w 321"/>
                <a:gd name="T83" fmla="*/ 188 h 333"/>
                <a:gd name="T84" fmla="*/ 111 w 321"/>
                <a:gd name="T85" fmla="*/ 169 h 333"/>
                <a:gd name="T86" fmla="*/ 127 w 321"/>
                <a:gd name="T87" fmla="*/ 186 h 333"/>
                <a:gd name="T88" fmla="*/ 111 w 321"/>
                <a:gd name="T89" fmla="*/ 169 h 333"/>
                <a:gd name="T90" fmla="*/ 119 w 321"/>
                <a:gd name="T91" fmla="*/ 294 h 333"/>
                <a:gd name="T92" fmla="*/ 119 w 321"/>
                <a:gd name="T93" fmla="*/ 273 h 333"/>
                <a:gd name="T94" fmla="*/ 111 w 321"/>
                <a:gd name="T95" fmla="*/ 267 h 333"/>
                <a:gd name="T96" fmla="*/ 127 w 321"/>
                <a:gd name="T97" fmla="*/ 246 h 333"/>
                <a:gd name="T98" fmla="*/ 111 w 321"/>
                <a:gd name="T99" fmla="*/ 221 h 333"/>
                <a:gd name="T100" fmla="*/ 127 w 321"/>
                <a:gd name="T101" fmla="*/ 240 h 333"/>
                <a:gd name="T102" fmla="*/ 111 w 321"/>
                <a:gd name="T103" fmla="*/ 221 h 333"/>
                <a:gd name="T104" fmla="*/ 119 w 321"/>
                <a:gd name="T105" fmla="*/ 214 h 333"/>
                <a:gd name="T106" fmla="*/ 119 w 321"/>
                <a:gd name="T107" fmla="*/ 193 h 333"/>
                <a:gd name="T108" fmla="*/ 127 w 321"/>
                <a:gd name="T109" fmla="*/ 62 h 333"/>
                <a:gd name="T110" fmla="*/ 171 w 321"/>
                <a:gd name="T111" fmla="*/ 117 h 333"/>
                <a:gd name="T112" fmla="*/ 224 w 321"/>
                <a:gd name="T113" fmla="*/ 134 h 333"/>
                <a:gd name="T114" fmla="*/ 239 w 321"/>
                <a:gd name="T115" fmla="*/ 28 h 333"/>
                <a:gd name="T116" fmla="*/ 51 w 321"/>
                <a:gd name="T117" fmla="*/ 303 h 333"/>
                <a:gd name="T118" fmla="*/ 118 w 321"/>
                <a:gd name="T119" fmla="*/ 129 h 333"/>
                <a:gd name="T120" fmla="*/ 51 w 321"/>
                <a:gd name="T121" fmla="*/ 303 h 333"/>
                <a:gd name="T122" fmla="*/ 166 w 321"/>
                <a:gd name="T123" fmla="*/ 142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1" h="333">
                  <a:moveTo>
                    <a:pt x="0" y="303"/>
                  </a:moveTo>
                  <a:cubicBezTo>
                    <a:pt x="28" y="303"/>
                    <a:pt x="28" y="303"/>
                    <a:pt x="28" y="303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03"/>
                    <a:pt x="298" y="303"/>
                    <a:pt x="298" y="303"/>
                  </a:cubicBezTo>
                  <a:cubicBezTo>
                    <a:pt x="321" y="303"/>
                    <a:pt x="321" y="303"/>
                    <a:pt x="321" y="303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0" y="333"/>
                    <a:pt x="0" y="333"/>
                    <a:pt x="0" y="333"/>
                  </a:cubicBezTo>
                  <a:cubicBezTo>
                    <a:pt x="0" y="303"/>
                    <a:pt x="0" y="303"/>
                    <a:pt x="0" y="303"/>
                  </a:cubicBezTo>
                  <a:close/>
                  <a:moveTo>
                    <a:pt x="181" y="53"/>
                  </a:moveTo>
                  <a:cubicBezTo>
                    <a:pt x="181" y="58"/>
                    <a:pt x="181" y="63"/>
                    <a:pt x="181" y="68"/>
                  </a:cubicBezTo>
                  <a:cubicBezTo>
                    <a:pt x="183" y="68"/>
                    <a:pt x="185" y="67"/>
                    <a:pt x="187" y="67"/>
                  </a:cubicBezTo>
                  <a:cubicBezTo>
                    <a:pt x="189" y="67"/>
                    <a:pt x="191" y="66"/>
                    <a:pt x="193" y="66"/>
                  </a:cubicBezTo>
                  <a:cubicBezTo>
                    <a:pt x="193" y="61"/>
                    <a:pt x="193" y="55"/>
                    <a:pt x="193" y="50"/>
                  </a:cubicBezTo>
                  <a:cubicBezTo>
                    <a:pt x="191" y="51"/>
                    <a:pt x="189" y="51"/>
                    <a:pt x="187" y="52"/>
                  </a:cubicBezTo>
                  <a:cubicBezTo>
                    <a:pt x="185" y="52"/>
                    <a:pt x="183" y="53"/>
                    <a:pt x="181" y="53"/>
                  </a:cubicBezTo>
                  <a:close/>
                  <a:moveTo>
                    <a:pt x="181" y="92"/>
                  </a:moveTo>
                  <a:cubicBezTo>
                    <a:pt x="181" y="97"/>
                    <a:pt x="181" y="102"/>
                    <a:pt x="181" y="107"/>
                  </a:cubicBezTo>
                  <a:cubicBezTo>
                    <a:pt x="183" y="107"/>
                    <a:pt x="185" y="107"/>
                    <a:pt x="187" y="106"/>
                  </a:cubicBezTo>
                  <a:cubicBezTo>
                    <a:pt x="189" y="106"/>
                    <a:pt x="191" y="106"/>
                    <a:pt x="193" y="106"/>
                  </a:cubicBezTo>
                  <a:cubicBezTo>
                    <a:pt x="193" y="101"/>
                    <a:pt x="193" y="95"/>
                    <a:pt x="193" y="90"/>
                  </a:cubicBezTo>
                  <a:cubicBezTo>
                    <a:pt x="191" y="91"/>
                    <a:pt x="189" y="91"/>
                    <a:pt x="187" y="91"/>
                  </a:cubicBezTo>
                  <a:cubicBezTo>
                    <a:pt x="185" y="91"/>
                    <a:pt x="183" y="92"/>
                    <a:pt x="181" y="92"/>
                  </a:cubicBezTo>
                  <a:close/>
                  <a:moveTo>
                    <a:pt x="181" y="72"/>
                  </a:moveTo>
                  <a:cubicBezTo>
                    <a:pt x="181" y="77"/>
                    <a:pt x="181" y="83"/>
                    <a:pt x="181" y="88"/>
                  </a:cubicBezTo>
                  <a:cubicBezTo>
                    <a:pt x="183" y="87"/>
                    <a:pt x="185" y="87"/>
                    <a:pt x="187" y="87"/>
                  </a:cubicBezTo>
                  <a:cubicBezTo>
                    <a:pt x="189" y="86"/>
                    <a:pt x="191" y="86"/>
                    <a:pt x="193" y="86"/>
                  </a:cubicBezTo>
                  <a:cubicBezTo>
                    <a:pt x="193" y="80"/>
                    <a:pt x="193" y="75"/>
                    <a:pt x="193" y="70"/>
                  </a:cubicBezTo>
                  <a:cubicBezTo>
                    <a:pt x="191" y="71"/>
                    <a:pt x="189" y="71"/>
                    <a:pt x="187" y="71"/>
                  </a:cubicBezTo>
                  <a:cubicBezTo>
                    <a:pt x="185" y="72"/>
                    <a:pt x="183" y="72"/>
                    <a:pt x="181" y="72"/>
                  </a:cubicBezTo>
                  <a:close/>
                  <a:moveTo>
                    <a:pt x="205" y="49"/>
                  </a:moveTo>
                  <a:cubicBezTo>
                    <a:pt x="205" y="54"/>
                    <a:pt x="205" y="59"/>
                    <a:pt x="205" y="64"/>
                  </a:cubicBezTo>
                  <a:cubicBezTo>
                    <a:pt x="207" y="64"/>
                    <a:pt x="209" y="63"/>
                    <a:pt x="211" y="63"/>
                  </a:cubicBezTo>
                  <a:cubicBezTo>
                    <a:pt x="213" y="63"/>
                    <a:pt x="215" y="62"/>
                    <a:pt x="217" y="62"/>
                  </a:cubicBezTo>
                  <a:cubicBezTo>
                    <a:pt x="217" y="56"/>
                    <a:pt x="217" y="51"/>
                    <a:pt x="217" y="46"/>
                  </a:cubicBezTo>
                  <a:cubicBezTo>
                    <a:pt x="215" y="46"/>
                    <a:pt x="213" y="47"/>
                    <a:pt x="211" y="47"/>
                  </a:cubicBezTo>
                  <a:cubicBezTo>
                    <a:pt x="209" y="48"/>
                    <a:pt x="207" y="48"/>
                    <a:pt x="205" y="49"/>
                  </a:cubicBezTo>
                  <a:close/>
                  <a:moveTo>
                    <a:pt x="205" y="89"/>
                  </a:moveTo>
                  <a:cubicBezTo>
                    <a:pt x="205" y="94"/>
                    <a:pt x="205" y="99"/>
                    <a:pt x="205" y="104"/>
                  </a:cubicBezTo>
                  <a:cubicBezTo>
                    <a:pt x="207" y="104"/>
                    <a:pt x="209" y="104"/>
                    <a:pt x="211" y="104"/>
                  </a:cubicBezTo>
                  <a:cubicBezTo>
                    <a:pt x="213" y="104"/>
                    <a:pt x="215" y="103"/>
                    <a:pt x="217" y="103"/>
                  </a:cubicBezTo>
                  <a:cubicBezTo>
                    <a:pt x="217" y="98"/>
                    <a:pt x="217" y="92"/>
                    <a:pt x="217" y="87"/>
                  </a:cubicBezTo>
                  <a:cubicBezTo>
                    <a:pt x="215" y="87"/>
                    <a:pt x="213" y="88"/>
                    <a:pt x="211" y="88"/>
                  </a:cubicBezTo>
                  <a:cubicBezTo>
                    <a:pt x="209" y="88"/>
                    <a:pt x="207" y="89"/>
                    <a:pt x="205" y="89"/>
                  </a:cubicBezTo>
                  <a:close/>
                  <a:moveTo>
                    <a:pt x="205" y="69"/>
                  </a:moveTo>
                  <a:cubicBezTo>
                    <a:pt x="205" y="74"/>
                    <a:pt x="205" y="79"/>
                    <a:pt x="205" y="84"/>
                  </a:cubicBezTo>
                  <a:cubicBezTo>
                    <a:pt x="207" y="84"/>
                    <a:pt x="209" y="84"/>
                    <a:pt x="211" y="83"/>
                  </a:cubicBezTo>
                  <a:cubicBezTo>
                    <a:pt x="213" y="83"/>
                    <a:pt x="215" y="83"/>
                    <a:pt x="217" y="82"/>
                  </a:cubicBezTo>
                  <a:cubicBezTo>
                    <a:pt x="217" y="77"/>
                    <a:pt x="217" y="72"/>
                    <a:pt x="217" y="66"/>
                  </a:cubicBezTo>
                  <a:cubicBezTo>
                    <a:pt x="215" y="67"/>
                    <a:pt x="213" y="67"/>
                    <a:pt x="211" y="67"/>
                  </a:cubicBezTo>
                  <a:cubicBezTo>
                    <a:pt x="209" y="68"/>
                    <a:pt x="207" y="68"/>
                    <a:pt x="205" y="69"/>
                  </a:cubicBezTo>
                  <a:close/>
                  <a:moveTo>
                    <a:pt x="57" y="112"/>
                  </a:moveTo>
                  <a:cubicBezTo>
                    <a:pt x="57" y="117"/>
                    <a:pt x="57" y="122"/>
                    <a:pt x="57" y="127"/>
                  </a:cubicBezTo>
                  <a:cubicBezTo>
                    <a:pt x="59" y="126"/>
                    <a:pt x="61" y="126"/>
                    <a:pt x="63" y="126"/>
                  </a:cubicBezTo>
                  <a:cubicBezTo>
                    <a:pt x="65" y="125"/>
                    <a:pt x="67" y="125"/>
                    <a:pt x="69" y="124"/>
                  </a:cubicBezTo>
                  <a:cubicBezTo>
                    <a:pt x="69" y="119"/>
                    <a:pt x="69" y="114"/>
                    <a:pt x="69" y="109"/>
                  </a:cubicBezTo>
                  <a:cubicBezTo>
                    <a:pt x="67" y="109"/>
                    <a:pt x="65" y="110"/>
                    <a:pt x="63" y="110"/>
                  </a:cubicBezTo>
                  <a:cubicBezTo>
                    <a:pt x="61" y="111"/>
                    <a:pt x="59" y="111"/>
                    <a:pt x="57" y="112"/>
                  </a:cubicBezTo>
                  <a:close/>
                  <a:moveTo>
                    <a:pt x="57" y="190"/>
                  </a:moveTo>
                  <a:cubicBezTo>
                    <a:pt x="57" y="195"/>
                    <a:pt x="57" y="200"/>
                    <a:pt x="57" y="205"/>
                  </a:cubicBezTo>
                  <a:cubicBezTo>
                    <a:pt x="59" y="205"/>
                    <a:pt x="61" y="205"/>
                    <a:pt x="63" y="205"/>
                  </a:cubicBezTo>
                  <a:cubicBezTo>
                    <a:pt x="65" y="205"/>
                    <a:pt x="67" y="205"/>
                    <a:pt x="69" y="205"/>
                  </a:cubicBezTo>
                  <a:cubicBezTo>
                    <a:pt x="69" y="199"/>
                    <a:pt x="69" y="194"/>
                    <a:pt x="69" y="189"/>
                  </a:cubicBezTo>
                  <a:cubicBezTo>
                    <a:pt x="67" y="189"/>
                    <a:pt x="65" y="189"/>
                    <a:pt x="63" y="189"/>
                  </a:cubicBezTo>
                  <a:cubicBezTo>
                    <a:pt x="61" y="189"/>
                    <a:pt x="59" y="189"/>
                    <a:pt x="57" y="190"/>
                  </a:cubicBezTo>
                  <a:close/>
                  <a:moveTo>
                    <a:pt x="57" y="170"/>
                  </a:moveTo>
                  <a:cubicBezTo>
                    <a:pt x="57" y="175"/>
                    <a:pt x="57" y="180"/>
                    <a:pt x="57" y="185"/>
                  </a:cubicBezTo>
                  <a:cubicBezTo>
                    <a:pt x="59" y="185"/>
                    <a:pt x="61" y="185"/>
                    <a:pt x="63" y="185"/>
                  </a:cubicBezTo>
                  <a:cubicBezTo>
                    <a:pt x="65" y="184"/>
                    <a:pt x="67" y="184"/>
                    <a:pt x="69" y="184"/>
                  </a:cubicBezTo>
                  <a:cubicBezTo>
                    <a:pt x="69" y="179"/>
                    <a:pt x="69" y="174"/>
                    <a:pt x="69" y="169"/>
                  </a:cubicBezTo>
                  <a:cubicBezTo>
                    <a:pt x="67" y="169"/>
                    <a:pt x="65" y="169"/>
                    <a:pt x="63" y="169"/>
                  </a:cubicBezTo>
                  <a:cubicBezTo>
                    <a:pt x="61" y="169"/>
                    <a:pt x="59" y="170"/>
                    <a:pt x="57" y="170"/>
                  </a:cubicBezTo>
                  <a:close/>
                  <a:moveTo>
                    <a:pt x="57" y="150"/>
                  </a:moveTo>
                  <a:cubicBezTo>
                    <a:pt x="57" y="155"/>
                    <a:pt x="57" y="161"/>
                    <a:pt x="57" y="166"/>
                  </a:cubicBezTo>
                  <a:cubicBezTo>
                    <a:pt x="59" y="165"/>
                    <a:pt x="61" y="165"/>
                    <a:pt x="63" y="165"/>
                  </a:cubicBezTo>
                  <a:cubicBezTo>
                    <a:pt x="65" y="165"/>
                    <a:pt x="67" y="165"/>
                    <a:pt x="69" y="164"/>
                  </a:cubicBezTo>
                  <a:cubicBezTo>
                    <a:pt x="69" y="159"/>
                    <a:pt x="69" y="154"/>
                    <a:pt x="69" y="149"/>
                  </a:cubicBezTo>
                  <a:cubicBezTo>
                    <a:pt x="67" y="149"/>
                    <a:pt x="65" y="149"/>
                    <a:pt x="63" y="150"/>
                  </a:cubicBezTo>
                  <a:cubicBezTo>
                    <a:pt x="61" y="150"/>
                    <a:pt x="59" y="150"/>
                    <a:pt x="57" y="150"/>
                  </a:cubicBezTo>
                  <a:close/>
                  <a:moveTo>
                    <a:pt x="57" y="131"/>
                  </a:moveTo>
                  <a:cubicBezTo>
                    <a:pt x="57" y="136"/>
                    <a:pt x="57" y="141"/>
                    <a:pt x="57" y="146"/>
                  </a:cubicBezTo>
                  <a:cubicBezTo>
                    <a:pt x="59" y="146"/>
                    <a:pt x="61" y="145"/>
                    <a:pt x="63" y="145"/>
                  </a:cubicBezTo>
                  <a:cubicBezTo>
                    <a:pt x="65" y="145"/>
                    <a:pt x="67" y="144"/>
                    <a:pt x="69" y="144"/>
                  </a:cubicBezTo>
                  <a:cubicBezTo>
                    <a:pt x="69" y="139"/>
                    <a:pt x="69" y="134"/>
                    <a:pt x="69" y="129"/>
                  </a:cubicBezTo>
                  <a:cubicBezTo>
                    <a:pt x="67" y="129"/>
                    <a:pt x="65" y="129"/>
                    <a:pt x="63" y="130"/>
                  </a:cubicBezTo>
                  <a:cubicBezTo>
                    <a:pt x="61" y="130"/>
                    <a:pt x="59" y="131"/>
                    <a:pt x="57" y="131"/>
                  </a:cubicBezTo>
                  <a:close/>
                  <a:moveTo>
                    <a:pt x="137" y="164"/>
                  </a:moveTo>
                  <a:cubicBezTo>
                    <a:pt x="137" y="171"/>
                    <a:pt x="137" y="178"/>
                    <a:pt x="137" y="185"/>
                  </a:cubicBezTo>
                  <a:cubicBezTo>
                    <a:pt x="140" y="185"/>
                    <a:pt x="143" y="184"/>
                    <a:pt x="145" y="184"/>
                  </a:cubicBezTo>
                  <a:cubicBezTo>
                    <a:pt x="148" y="183"/>
                    <a:pt x="151" y="182"/>
                    <a:pt x="154" y="182"/>
                  </a:cubicBezTo>
                  <a:cubicBezTo>
                    <a:pt x="154" y="175"/>
                    <a:pt x="154" y="167"/>
                    <a:pt x="154" y="160"/>
                  </a:cubicBezTo>
                  <a:cubicBezTo>
                    <a:pt x="151" y="161"/>
                    <a:pt x="148" y="162"/>
                    <a:pt x="145" y="162"/>
                  </a:cubicBezTo>
                  <a:cubicBezTo>
                    <a:pt x="143" y="163"/>
                    <a:pt x="140" y="164"/>
                    <a:pt x="137" y="164"/>
                  </a:cubicBezTo>
                  <a:close/>
                  <a:moveTo>
                    <a:pt x="137" y="273"/>
                  </a:moveTo>
                  <a:cubicBezTo>
                    <a:pt x="137" y="280"/>
                    <a:pt x="137" y="287"/>
                    <a:pt x="137" y="294"/>
                  </a:cubicBezTo>
                  <a:cubicBezTo>
                    <a:pt x="140" y="294"/>
                    <a:pt x="143" y="294"/>
                    <a:pt x="145" y="294"/>
                  </a:cubicBezTo>
                  <a:cubicBezTo>
                    <a:pt x="148" y="294"/>
                    <a:pt x="151" y="294"/>
                    <a:pt x="154" y="294"/>
                  </a:cubicBezTo>
                  <a:cubicBezTo>
                    <a:pt x="154" y="287"/>
                    <a:pt x="154" y="279"/>
                    <a:pt x="154" y="272"/>
                  </a:cubicBezTo>
                  <a:cubicBezTo>
                    <a:pt x="151" y="272"/>
                    <a:pt x="148" y="272"/>
                    <a:pt x="145" y="273"/>
                  </a:cubicBezTo>
                  <a:cubicBezTo>
                    <a:pt x="143" y="273"/>
                    <a:pt x="140" y="273"/>
                    <a:pt x="137" y="273"/>
                  </a:cubicBezTo>
                  <a:close/>
                  <a:moveTo>
                    <a:pt x="137" y="245"/>
                  </a:moveTo>
                  <a:cubicBezTo>
                    <a:pt x="137" y="252"/>
                    <a:pt x="137" y="259"/>
                    <a:pt x="137" y="266"/>
                  </a:cubicBezTo>
                  <a:cubicBezTo>
                    <a:pt x="140" y="266"/>
                    <a:pt x="143" y="266"/>
                    <a:pt x="145" y="266"/>
                  </a:cubicBezTo>
                  <a:cubicBezTo>
                    <a:pt x="148" y="266"/>
                    <a:pt x="151" y="266"/>
                    <a:pt x="154" y="265"/>
                  </a:cubicBezTo>
                  <a:cubicBezTo>
                    <a:pt x="154" y="258"/>
                    <a:pt x="154" y="251"/>
                    <a:pt x="154" y="244"/>
                  </a:cubicBezTo>
                  <a:cubicBezTo>
                    <a:pt x="151" y="244"/>
                    <a:pt x="148" y="244"/>
                    <a:pt x="145" y="245"/>
                  </a:cubicBezTo>
                  <a:cubicBezTo>
                    <a:pt x="143" y="245"/>
                    <a:pt x="140" y="245"/>
                    <a:pt x="137" y="245"/>
                  </a:cubicBezTo>
                  <a:close/>
                  <a:moveTo>
                    <a:pt x="137" y="218"/>
                  </a:moveTo>
                  <a:cubicBezTo>
                    <a:pt x="137" y="225"/>
                    <a:pt x="137" y="232"/>
                    <a:pt x="137" y="239"/>
                  </a:cubicBezTo>
                  <a:cubicBezTo>
                    <a:pt x="140" y="239"/>
                    <a:pt x="143" y="239"/>
                    <a:pt x="145" y="239"/>
                  </a:cubicBezTo>
                  <a:cubicBezTo>
                    <a:pt x="148" y="238"/>
                    <a:pt x="151" y="238"/>
                    <a:pt x="154" y="238"/>
                  </a:cubicBezTo>
                  <a:cubicBezTo>
                    <a:pt x="154" y="230"/>
                    <a:pt x="154" y="223"/>
                    <a:pt x="154" y="216"/>
                  </a:cubicBezTo>
                  <a:cubicBezTo>
                    <a:pt x="151" y="216"/>
                    <a:pt x="148" y="217"/>
                    <a:pt x="145" y="217"/>
                  </a:cubicBezTo>
                  <a:cubicBezTo>
                    <a:pt x="143" y="218"/>
                    <a:pt x="140" y="218"/>
                    <a:pt x="137" y="218"/>
                  </a:cubicBezTo>
                  <a:close/>
                  <a:moveTo>
                    <a:pt x="137" y="191"/>
                  </a:moveTo>
                  <a:cubicBezTo>
                    <a:pt x="137" y="198"/>
                    <a:pt x="137" y="205"/>
                    <a:pt x="137" y="212"/>
                  </a:cubicBezTo>
                  <a:cubicBezTo>
                    <a:pt x="140" y="212"/>
                    <a:pt x="143" y="211"/>
                    <a:pt x="145" y="211"/>
                  </a:cubicBezTo>
                  <a:cubicBezTo>
                    <a:pt x="148" y="210"/>
                    <a:pt x="151" y="210"/>
                    <a:pt x="154" y="210"/>
                  </a:cubicBezTo>
                  <a:cubicBezTo>
                    <a:pt x="154" y="202"/>
                    <a:pt x="154" y="195"/>
                    <a:pt x="154" y="188"/>
                  </a:cubicBezTo>
                  <a:cubicBezTo>
                    <a:pt x="151" y="188"/>
                    <a:pt x="148" y="189"/>
                    <a:pt x="145" y="190"/>
                  </a:cubicBezTo>
                  <a:cubicBezTo>
                    <a:pt x="143" y="190"/>
                    <a:pt x="140" y="191"/>
                    <a:pt x="137" y="191"/>
                  </a:cubicBezTo>
                  <a:close/>
                  <a:moveTo>
                    <a:pt x="111" y="169"/>
                  </a:moveTo>
                  <a:cubicBezTo>
                    <a:pt x="111" y="176"/>
                    <a:pt x="111" y="183"/>
                    <a:pt x="111" y="189"/>
                  </a:cubicBezTo>
                  <a:cubicBezTo>
                    <a:pt x="113" y="189"/>
                    <a:pt x="116" y="188"/>
                    <a:pt x="119" y="188"/>
                  </a:cubicBezTo>
                  <a:cubicBezTo>
                    <a:pt x="121" y="187"/>
                    <a:pt x="124" y="187"/>
                    <a:pt x="127" y="186"/>
                  </a:cubicBezTo>
                  <a:cubicBezTo>
                    <a:pt x="127" y="179"/>
                    <a:pt x="127" y="172"/>
                    <a:pt x="127" y="165"/>
                  </a:cubicBezTo>
                  <a:cubicBezTo>
                    <a:pt x="124" y="166"/>
                    <a:pt x="121" y="166"/>
                    <a:pt x="119" y="167"/>
                  </a:cubicBezTo>
                  <a:cubicBezTo>
                    <a:pt x="116" y="168"/>
                    <a:pt x="113" y="168"/>
                    <a:pt x="111" y="169"/>
                  </a:cubicBezTo>
                  <a:close/>
                  <a:moveTo>
                    <a:pt x="111" y="274"/>
                  </a:moveTo>
                  <a:cubicBezTo>
                    <a:pt x="111" y="280"/>
                    <a:pt x="111" y="287"/>
                    <a:pt x="111" y="294"/>
                  </a:cubicBezTo>
                  <a:cubicBezTo>
                    <a:pt x="113" y="294"/>
                    <a:pt x="116" y="294"/>
                    <a:pt x="119" y="294"/>
                  </a:cubicBezTo>
                  <a:cubicBezTo>
                    <a:pt x="121" y="294"/>
                    <a:pt x="124" y="294"/>
                    <a:pt x="127" y="294"/>
                  </a:cubicBezTo>
                  <a:cubicBezTo>
                    <a:pt x="127" y="287"/>
                    <a:pt x="127" y="280"/>
                    <a:pt x="127" y="273"/>
                  </a:cubicBezTo>
                  <a:cubicBezTo>
                    <a:pt x="124" y="273"/>
                    <a:pt x="121" y="273"/>
                    <a:pt x="119" y="273"/>
                  </a:cubicBezTo>
                  <a:cubicBezTo>
                    <a:pt x="116" y="273"/>
                    <a:pt x="113" y="273"/>
                    <a:pt x="111" y="274"/>
                  </a:cubicBezTo>
                  <a:close/>
                  <a:moveTo>
                    <a:pt x="111" y="247"/>
                  </a:moveTo>
                  <a:cubicBezTo>
                    <a:pt x="111" y="254"/>
                    <a:pt x="111" y="260"/>
                    <a:pt x="111" y="267"/>
                  </a:cubicBezTo>
                  <a:cubicBezTo>
                    <a:pt x="113" y="267"/>
                    <a:pt x="116" y="267"/>
                    <a:pt x="119" y="267"/>
                  </a:cubicBezTo>
                  <a:cubicBezTo>
                    <a:pt x="121" y="267"/>
                    <a:pt x="124" y="266"/>
                    <a:pt x="127" y="266"/>
                  </a:cubicBezTo>
                  <a:cubicBezTo>
                    <a:pt x="127" y="259"/>
                    <a:pt x="127" y="252"/>
                    <a:pt x="127" y="246"/>
                  </a:cubicBezTo>
                  <a:cubicBezTo>
                    <a:pt x="124" y="246"/>
                    <a:pt x="121" y="246"/>
                    <a:pt x="119" y="246"/>
                  </a:cubicBezTo>
                  <a:cubicBezTo>
                    <a:pt x="116" y="246"/>
                    <a:pt x="113" y="247"/>
                    <a:pt x="111" y="247"/>
                  </a:cubicBezTo>
                  <a:close/>
                  <a:moveTo>
                    <a:pt x="111" y="221"/>
                  </a:moveTo>
                  <a:cubicBezTo>
                    <a:pt x="111" y="228"/>
                    <a:pt x="111" y="235"/>
                    <a:pt x="111" y="241"/>
                  </a:cubicBezTo>
                  <a:cubicBezTo>
                    <a:pt x="113" y="241"/>
                    <a:pt x="116" y="241"/>
                    <a:pt x="119" y="241"/>
                  </a:cubicBezTo>
                  <a:cubicBezTo>
                    <a:pt x="121" y="240"/>
                    <a:pt x="124" y="240"/>
                    <a:pt x="127" y="240"/>
                  </a:cubicBezTo>
                  <a:cubicBezTo>
                    <a:pt x="127" y="233"/>
                    <a:pt x="127" y="226"/>
                    <a:pt x="127" y="219"/>
                  </a:cubicBezTo>
                  <a:cubicBezTo>
                    <a:pt x="124" y="219"/>
                    <a:pt x="121" y="220"/>
                    <a:pt x="119" y="220"/>
                  </a:cubicBezTo>
                  <a:cubicBezTo>
                    <a:pt x="116" y="220"/>
                    <a:pt x="113" y="221"/>
                    <a:pt x="111" y="221"/>
                  </a:cubicBezTo>
                  <a:close/>
                  <a:moveTo>
                    <a:pt x="111" y="195"/>
                  </a:moveTo>
                  <a:cubicBezTo>
                    <a:pt x="111" y="202"/>
                    <a:pt x="111" y="208"/>
                    <a:pt x="111" y="215"/>
                  </a:cubicBezTo>
                  <a:cubicBezTo>
                    <a:pt x="113" y="215"/>
                    <a:pt x="116" y="214"/>
                    <a:pt x="119" y="214"/>
                  </a:cubicBezTo>
                  <a:cubicBezTo>
                    <a:pt x="121" y="214"/>
                    <a:pt x="124" y="213"/>
                    <a:pt x="127" y="213"/>
                  </a:cubicBezTo>
                  <a:cubicBezTo>
                    <a:pt x="127" y="206"/>
                    <a:pt x="127" y="199"/>
                    <a:pt x="127" y="192"/>
                  </a:cubicBezTo>
                  <a:cubicBezTo>
                    <a:pt x="124" y="192"/>
                    <a:pt x="121" y="193"/>
                    <a:pt x="119" y="193"/>
                  </a:cubicBezTo>
                  <a:cubicBezTo>
                    <a:pt x="116" y="194"/>
                    <a:pt x="113" y="194"/>
                    <a:pt x="111" y="195"/>
                  </a:cubicBezTo>
                  <a:close/>
                  <a:moveTo>
                    <a:pt x="122" y="63"/>
                  </a:moveTo>
                  <a:cubicBezTo>
                    <a:pt x="127" y="62"/>
                    <a:pt x="127" y="62"/>
                    <a:pt x="127" y="62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71" y="76"/>
                    <a:pt x="171" y="76"/>
                    <a:pt x="171" y="76"/>
                  </a:cubicBezTo>
                  <a:cubicBezTo>
                    <a:pt x="171" y="117"/>
                    <a:pt x="171" y="117"/>
                    <a:pt x="171" y="117"/>
                  </a:cubicBezTo>
                  <a:cubicBezTo>
                    <a:pt x="174" y="117"/>
                    <a:pt x="174" y="117"/>
                    <a:pt x="174" y="117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303"/>
                    <a:pt x="224" y="303"/>
                    <a:pt x="224" y="303"/>
                  </a:cubicBezTo>
                  <a:cubicBezTo>
                    <a:pt x="239" y="303"/>
                    <a:pt x="239" y="303"/>
                    <a:pt x="239" y="303"/>
                  </a:cubicBezTo>
                  <a:cubicBezTo>
                    <a:pt x="239" y="28"/>
                    <a:pt x="239" y="28"/>
                    <a:pt x="239" y="2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63"/>
                    <a:pt x="122" y="63"/>
                    <a:pt x="122" y="63"/>
                  </a:cubicBezTo>
                  <a:close/>
                  <a:moveTo>
                    <a:pt x="51" y="303"/>
                  </a:moveTo>
                  <a:cubicBezTo>
                    <a:pt x="76" y="303"/>
                    <a:pt x="76" y="303"/>
                    <a:pt x="76" y="303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1" y="303"/>
                    <a:pt x="51" y="303"/>
                    <a:pt x="51" y="303"/>
                  </a:cubicBezTo>
                  <a:close/>
                  <a:moveTo>
                    <a:pt x="98" y="303"/>
                  </a:moveTo>
                  <a:cubicBezTo>
                    <a:pt x="166" y="303"/>
                    <a:pt x="166" y="303"/>
                    <a:pt x="166" y="303"/>
                  </a:cubicBezTo>
                  <a:cubicBezTo>
                    <a:pt x="166" y="142"/>
                    <a:pt x="166" y="142"/>
                    <a:pt x="166" y="142"/>
                  </a:cubicBezTo>
                  <a:cubicBezTo>
                    <a:pt x="98" y="153"/>
                    <a:pt x="98" y="153"/>
                    <a:pt x="98" y="153"/>
                  </a:cubicBezTo>
                  <a:lnTo>
                    <a:pt x="98" y="303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ïṡḷidê"/>
            <p:cNvSpPr/>
            <p:nvPr/>
          </p:nvSpPr>
          <p:spPr bwMode="auto">
            <a:xfrm>
              <a:off x="6667755" y="4092450"/>
              <a:ext cx="1915730" cy="2203742"/>
            </a:xfrm>
            <a:custGeom>
              <a:avLst/>
              <a:gdLst>
                <a:gd name="T0" fmla="*/ 603 w 603"/>
                <a:gd name="T1" fmla="*/ 230 h 551"/>
                <a:gd name="T2" fmla="*/ 590 w 603"/>
                <a:gd name="T3" fmla="*/ 265 h 551"/>
                <a:gd name="T4" fmla="*/ 343 w 603"/>
                <a:gd name="T5" fmla="*/ 551 h 551"/>
                <a:gd name="T6" fmla="*/ 226 w 603"/>
                <a:gd name="T7" fmla="*/ 436 h 551"/>
                <a:gd name="T8" fmla="*/ 156 w 603"/>
                <a:gd name="T9" fmla="*/ 551 h 551"/>
                <a:gd name="T10" fmla="*/ 33 w 603"/>
                <a:gd name="T11" fmla="*/ 106 h 551"/>
                <a:gd name="T12" fmla="*/ 0 w 603"/>
                <a:gd name="T13" fmla="*/ 85 h 551"/>
                <a:gd name="T14" fmla="*/ 187 w 603"/>
                <a:gd name="T15" fmla="*/ 0 h 551"/>
                <a:gd name="T16" fmla="*/ 370 w 603"/>
                <a:gd name="T17" fmla="*/ 83 h 551"/>
                <a:gd name="T18" fmla="*/ 343 w 603"/>
                <a:gd name="T19" fmla="*/ 106 h 551"/>
                <a:gd name="T20" fmla="*/ 343 w 603"/>
                <a:gd name="T21" fmla="*/ 230 h 551"/>
                <a:gd name="T22" fmla="*/ 170 w 603"/>
                <a:gd name="T23" fmla="*/ 217 h 551"/>
                <a:gd name="T24" fmla="*/ 214 w 603"/>
                <a:gd name="T25" fmla="*/ 156 h 551"/>
                <a:gd name="T26" fmla="*/ 170 w 603"/>
                <a:gd name="T27" fmla="*/ 156 h 551"/>
                <a:gd name="T28" fmla="*/ 75 w 603"/>
                <a:gd name="T29" fmla="*/ 217 h 551"/>
                <a:gd name="T30" fmla="*/ 118 w 603"/>
                <a:gd name="T31" fmla="*/ 156 h 551"/>
                <a:gd name="T32" fmla="*/ 75 w 603"/>
                <a:gd name="T33" fmla="*/ 156 h 551"/>
                <a:gd name="T34" fmla="*/ 440 w 603"/>
                <a:gd name="T35" fmla="*/ 376 h 551"/>
                <a:gd name="T36" fmla="*/ 482 w 603"/>
                <a:gd name="T37" fmla="*/ 319 h 551"/>
                <a:gd name="T38" fmla="*/ 440 w 603"/>
                <a:gd name="T39" fmla="*/ 319 h 551"/>
                <a:gd name="T40" fmla="*/ 376 w 603"/>
                <a:gd name="T41" fmla="*/ 459 h 551"/>
                <a:gd name="T42" fmla="*/ 416 w 603"/>
                <a:gd name="T43" fmla="*/ 403 h 551"/>
                <a:gd name="T44" fmla="*/ 376 w 603"/>
                <a:gd name="T45" fmla="*/ 403 h 551"/>
                <a:gd name="T46" fmla="*/ 503 w 603"/>
                <a:gd name="T47" fmla="*/ 459 h 551"/>
                <a:gd name="T48" fmla="*/ 544 w 603"/>
                <a:gd name="T49" fmla="*/ 403 h 551"/>
                <a:gd name="T50" fmla="*/ 503 w 603"/>
                <a:gd name="T51" fmla="*/ 403 h 551"/>
                <a:gd name="T52" fmla="*/ 440 w 603"/>
                <a:gd name="T53" fmla="*/ 459 h 551"/>
                <a:gd name="T54" fmla="*/ 482 w 603"/>
                <a:gd name="T55" fmla="*/ 403 h 551"/>
                <a:gd name="T56" fmla="*/ 440 w 603"/>
                <a:gd name="T57" fmla="*/ 403 h 551"/>
                <a:gd name="T58" fmla="*/ 376 w 603"/>
                <a:gd name="T59" fmla="*/ 376 h 551"/>
                <a:gd name="T60" fmla="*/ 416 w 603"/>
                <a:gd name="T61" fmla="*/ 319 h 551"/>
                <a:gd name="T62" fmla="*/ 376 w 603"/>
                <a:gd name="T63" fmla="*/ 319 h 551"/>
                <a:gd name="T64" fmla="*/ 503 w 603"/>
                <a:gd name="T65" fmla="*/ 376 h 551"/>
                <a:gd name="T66" fmla="*/ 544 w 603"/>
                <a:gd name="T67" fmla="*/ 319 h 551"/>
                <a:gd name="T68" fmla="*/ 503 w 603"/>
                <a:gd name="T69" fmla="*/ 319 h 551"/>
                <a:gd name="T70" fmla="*/ 260 w 603"/>
                <a:gd name="T71" fmla="*/ 476 h 551"/>
                <a:gd name="T72" fmla="*/ 305 w 603"/>
                <a:gd name="T73" fmla="*/ 416 h 551"/>
                <a:gd name="T74" fmla="*/ 260 w 603"/>
                <a:gd name="T75" fmla="*/ 416 h 551"/>
                <a:gd name="T76" fmla="*/ 75 w 603"/>
                <a:gd name="T77" fmla="*/ 476 h 551"/>
                <a:gd name="T78" fmla="*/ 118 w 603"/>
                <a:gd name="T79" fmla="*/ 416 h 551"/>
                <a:gd name="T80" fmla="*/ 75 w 603"/>
                <a:gd name="T81" fmla="*/ 416 h 551"/>
                <a:gd name="T82" fmla="*/ 260 w 603"/>
                <a:gd name="T83" fmla="*/ 393 h 551"/>
                <a:gd name="T84" fmla="*/ 305 w 603"/>
                <a:gd name="T85" fmla="*/ 330 h 551"/>
                <a:gd name="T86" fmla="*/ 260 w 603"/>
                <a:gd name="T87" fmla="*/ 330 h 551"/>
                <a:gd name="T88" fmla="*/ 170 w 603"/>
                <a:gd name="T89" fmla="*/ 393 h 551"/>
                <a:gd name="T90" fmla="*/ 214 w 603"/>
                <a:gd name="T91" fmla="*/ 330 h 551"/>
                <a:gd name="T92" fmla="*/ 170 w 603"/>
                <a:gd name="T93" fmla="*/ 330 h 551"/>
                <a:gd name="T94" fmla="*/ 75 w 603"/>
                <a:gd name="T95" fmla="*/ 393 h 551"/>
                <a:gd name="T96" fmla="*/ 118 w 603"/>
                <a:gd name="T97" fmla="*/ 330 h 551"/>
                <a:gd name="T98" fmla="*/ 75 w 603"/>
                <a:gd name="T99" fmla="*/ 330 h 551"/>
                <a:gd name="T100" fmla="*/ 260 w 603"/>
                <a:gd name="T101" fmla="*/ 305 h 551"/>
                <a:gd name="T102" fmla="*/ 305 w 603"/>
                <a:gd name="T103" fmla="*/ 242 h 551"/>
                <a:gd name="T104" fmla="*/ 260 w 603"/>
                <a:gd name="T105" fmla="*/ 242 h 551"/>
                <a:gd name="T106" fmla="*/ 170 w 603"/>
                <a:gd name="T107" fmla="*/ 305 h 551"/>
                <a:gd name="T108" fmla="*/ 214 w 603"/>
                <a:gd name="T109" fmla="*/ 242 h 551"/>
                <a:gd name="T110" fmla="*/ 170 w 603"/>
                <a:gd name="T111" fmla="*/ 242 h 551"/>
                <a:gd name="T112" fmla="*/ 75 w 603"/>
                <a:gd name="T113" fmla="*/ 305 h 551"/>
                <a:gd name="T114" fmla="*/ 118 w 603"/>
                <a:gd name="T115" fmla="*/ 242 h 551"/>
                <a:gd name="T116" fmla="*/ 75 w 603"/>
                <a:gd name="T117" fmla="*/ 242 h 551"/>
                <a:gd name="T118" fmla="*/ 260 w 603"/>
                <a:gd name="T119" fmla="*/ 217 h 551"/>
                <a:gd name="T120" fmla="*/ 305 w 603"/>
                <a:gd name="T121" fmla="*/ 156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03" h="551">
                  <a:moveTo>
                    <a:pt x="343" y="230"/>
                  </a:moveTo>
                  <a:lnTo>
                    <a:pt x="603" y="230"/>
                  </a:lnTo>
                  <a:lnTo>
                    <a:pt x="603" y="265"/>
                  </a:lnTo>
                  <a:lnTo>
                    <a:pt x="590" y="265"/>
                  </a:lnTo>
                  <a:lnTo>
                    <a:pt x="590" y="551"/>
                  </a:lnTo>
                  <a:lnTo>
                    <a:pt x="343" y="551"/>
                  </a:lnTo>
                  <a:lnTo>
                    <a:pt x="226" y="551"/>
                  </a:lnTo>
                  <a:lnTo>
                    <a:pt x="226" y="436"/>
                  </a:lnTo>
                  <a:lnTo>
                    <a:pt x="156" y="436"/>
                  </a:lnTo>
                  <a:lnTo>
                    <a:pt x="156" y="551"/>
                  </a:lnTo>
                  <a:lnTo>
                    <a:pt x="33" y="551"/>
                  </a:lnTo>
                  <a:lnTo>
                    <a:pt x="33" y="106"/>
                  </a:lnTo>
                  <a:lnTo>
                    <a:pt x="0" y="106"/>
                  </a:lnTo>
                  <a:lnTo>
                    <a:pt x="0" y="85"/>
                  </a:lnTo>
                  <a:lnTo>
                    <a:pt x="71" y="54"/>
                  </a:lnTo>
                  <a:lnTo>
                    <a:pt x="187" y="0"/>
                  </a:lnTo>
                  <a:lnTo>
                    <a:pt x="303" y="54"/>
                  </a:lnTo>
                  <a:lnTo>
                    <a:pt x="370" y="83"/>
                  </a:lnTo>
                  <a:lnTo>
                    <a:pt x="370" y="106"/>
                  </a:lnTo>
                  <a:lnTo>
                    <a:pt x="343" y="106"/>
                  </a:lnTo>
                  <a:lnTo>
                    <a:pt x="343" y="230"/>
                  </a:lnTo>
                  <a:lnTo>
                    <a:pt x="343" y="230"/>
                  </a:lnTo>
                  <a:close/>
                  <a:moveTo>
                    <a:pt x="170" y="156"/>
                  </a:moveTo>
                  <a:lnTo>
                    <a:pt x="170" y="217"/>
                  </a:lnTo>
                  <a:lnTo>
                    <a:pt x="214" y="217"/>
                  </a:lnTo>
                  <a:lnTo>
                    <a:pt x="214" y="156"/>
                  </a:lnTo>
                  <a:lnTo>
                    <a:pt x="170" y="156"/>
                  </a:lnTo>
                  <a:lnTo>
                    <a:pt x="170" y="156"/>
                  </a:lnTo>
                  <a:close/>
                  <a:moveTo>
                    <a:pt x="75" y="156"/>
                  </a:moveTo>
                  <a:lnTo>
                    <a:pt x="75" y="217"/>
                  </a:lnTo>
                  <a:lnTo>
                    <a:pt x="118" y="217"/>
                  </a:lnTo>
                  <a:lnTo>
                    <a:pt x="118" y="156"/>
                  </a:lnTo>
                  <a:lnTo>
                    <a:pt x="75" y="156"/>
                  </a:lnTo>
                  <a:lnTo>
                    <a:pt x="75" y="156"/>
                  </a:lnTo>
                  <a:close/>
                  <a:moveTo>
                    <a:pt x="440" y="319"/>
                  </a:moveTo>
                  <a:lnTo>
                    <a:pt x="440" y="376"/>
                  </a:lnTo>
                  <a:lnTo>
                    <a:pt x="482" y="376"/>
                  </a:lnTo>
                  <a:lnTo>
                    <a:pt x="482" y="319"/>
                  </a:lnTo>
                  <a:lnTo>
                    <a:pt x="440" y="319"/>
                  </a:lnTo>
                  <a:lnTo>
                    <a:pt x="440" y="319"/>
                  </a:lnTo>
                  <a:close/>
                  <a:moveTo>
                    <a:pt x="376" y="403"/>
                  </a:moveTo>
                  <a:lnTo>
                    <a:pt x="376" y="459"/>
                  </a:lnTo>
                  <a:lnTo>
                    <a:pt x="416" y="459"/>
                  </a:lnTo>
                  <a:lnTo>
                    <a:pt x="416" y="403"/>
                  </a:lnTo>
                  <a:lnTo>
                    <a:pt x="376" y="403"/>
                  </a:lnTo>
                  <a:lnTo>
                    <a:pt x="376" y="403"/>
                  </a:lnTo>
                  <a:close/>
                  <a:moveTo>
                    <a:pt x="503" y="403"/>
                  </a:moveTo>
                  <a:lnTo>
                    <a:pt x="503" y="459"/>
                  </a:lnTo>
                  <a:lnTo>
                    <a:pt x="544" y="459"/>
                  </a:lnTo>
                  <a:lnTo>
                    <a:pt x="544" y="403"/>
                  </a:lnTo>
                  <a:lnTo>
                    <a:pt x="503" y="403"/>
                  </a:lnTo>
                  <a:lnTo>
                    <a:pt x="503" y="403"/>
                  </a:lnTo>
                  <a:close/>
                  <a:moveTo>
                    <a:pt x="440" y="403"/>
                  </a:moveTo>
                  <a:lnTo>
                    <a:pt x="440" y="459"/>
                  </a:lnTo>
                  <a:lnTo>
                    <a:pt x="482" y="459"/>
                  </a:lnTo>
                  <a:lnTo>
                    <a:pt x="482" y="403"/>
                  </a:lnTo>
                  <a:lnTo>
                    <a:pt x="440" y="403"/>
                  </a:lnTo>
                  <a:lnTo>
                    <a:pt x="440" y="403"/>
                  </a:lnTo>
                  <a:close/>
                  <a:moveTo>
                    <a:pt x="376" y="319"/>
                  </a:moveTo>
                  <a:lnTo>
                    <a:pt x="376" y="376"/>
                  </a:lnTo>
                  <a:lnTo>
                    <a:pt x="416" y="376"/>
                  </a:lnTo>
                  <a:lnTo>
                    <a:pt x="416" y="319"/>
                  </a:lnTo>
                  <a:lnTo>
                    <a:pt x="376" y="319"/>
                  </a:lnTo>
                  <a:lnTo>
                    <a:pt x="376" y="319"/>
                  </a:lnTo>
                  <a:close/>
                  <a:moveTo>
                    <a:pt x="503" y="319"/>
                  </a:moveTo>
                  <a:lnTo>
                    <a:pt x="503" y="376"/>
                  </a:lnTo>
                  <a:lnTo>
                    <a:pt x="544" y="376"/>
                  </a:lnTo>
                  <a:lnTo>
                    <a:pt x="544" y="319"/>
                  </a:lnTo>
                  <a:lnTo>
                    <a:pt x="503" y="319"/>
                  </a:lnTo>
                  <a:lnTo>
                    <a:pt x="503" y="319"/>
                  </a:lnTo>
                  <a:close/>
                  <a:moveTo>
                    <a:pt x="260" y="416"/>
                  </a:moveTo>
                  <a:lnTo>
                    <a:pt x="260" y="476"/>
                  </a:lnTo>
                  <a:lnTo>
                    <a:pt x="305" y="476"/>
                  </a:lnTo>
                  <a:lnTo>
                    <a:pt x="305" y="416"/>
                  </a:lnTo>
                  <a:lnTo>
                    <a:pt x="260" y="416"/>
                  </a:lnTo>
                  <a:lnTo>
                    <a:pt x="260" y="416"/>
                  </a:lnTo>
                  <a:close/>
                  <a:moveTo>
                    <a:pt x="75" y="416"/>
                  </a:moveTo>
                  <a:lnTo>
                    <a:pt x="75" y="476"/>
                  </a:lnTo>
                  <a:lnTo>
                    <a:pt x="118" y="476"/>
                  </a:lnTo>
                  <a:lnTo>
                    <a:pt x="118" y="416"/>
                  </a:lnTo>
                  <a:lnTo>
                    <a:pt x="75" y="416"/>
                  </a:lnTo>
                  <a:lnTo>
                    <a:pt x="75" y="416"/>
                  </a:lnTo>
                  <a:close/>
                  <a:moveTo>
                    <a:pt x="260" y="330"/>
                  </a:moveTo>
                  <a:lnTo>
                    <a:pt x="260" y="393"/>
                  </a:lnTo>
                  <a:lnTo>
                    <a:pt x="305" y="393"/>
                  </a:lnTo>
                  <a:lnTo>
                    <a:pt x="305" y="330"/>
                  </a:lnTo>
                  <a:lnTo>
                    <a:pt x="260" y="330"/>
                  </a:lnTo>
                  <a:lnTo>
                    <a:pt x="260" y="330"/>
                  </a:lnTo>
                  <a:close/>
                  <a:moveTo>
                    <a:pt x="170" y="330"/>
                  </a:moveTo>
                  <a:lnTo>
                    <a:pt x="170" y="393"/>
                  </a:lnTo>
                  <a:lnTo>
                    <a:pt x="214" y="393"/>
                  </a:lnTo>
                  <a:lnTo>
                    <a:pt x="214" y="330"/>
                  </a:lnTo>
                  <a:lnTo>
                    <a:pt x="170" y="330"/>
                  </a:lnTo>
                  <a:lnTo>
                    <a:pt x="170" y="330"/>
                  </a:lnTo>
                  <a:close/>
                  <a:moveTo>
                    <a:pt x="75" y="330"/>
                  </a:moveTo>
                  <a:lnTo>
                    <a:pt x="75" y="393"/>
                  </a:lnTo>
                  <a:lnTo>
                    <a:pt x="118" y="393"/>
                  </a:lnTo>
                  <a:lnTo>
                    <a:pt x="118" y="330"/>
                  </a:lnTo>
                  <a:lnTo>
                    <a:pt x="75" y="330"/>
                  </a:lnTo>
                  <a:lnTo>
                    <a:pt x="75" y="330"/>
                  </a:lnTo>
                  <a:close/>
                  <a:moveTo>
                    <a:pt x="260" y="242"/>
                  </a:moveTo>
                  <a:lnTo>
                    <a:pt x="260" y="305"/>
                  </a:lnTo>
                  <a:lnTo>
                    <a:pt x="305" y="305"/>
                  </a:lnTo>
                  <a:lnTo>
                    <a:pt x="305" y="242"/>
                  </a:lnTo>
                  <a:lnTo>
                    <a:pt x="260" y="242"/>
                  </a:lnTo>
                  <a:lnTo>
                    <a:pt x="260" y="242"/>
                  </a:lnTo>
                  <a:close/>
                  <a:moveTo>
                    <a:pt x="170" y="242"/>
                  </a:moveTo>
                  <a:lnTo>
                    <a:pt x="170" y="305"/>
                  </a:lnTo>
                  <a:lnTo>
                    <a:pt x="214" y="305"/>
                  </a:lnTo>
                  <a:lnTo>
                    <a:pt x="214" y="242"/>
                  </a:lnTo>
                  <a:lnTo>
                    <a:pt x="170" y="242"/>
                  </a:lnTo>
                  <a:lnTo>
                    <a:pt x="170" y="242"/>
                  </a:lnTo>
                  <a:close/>
                  <a:moveTo>
                    <a:pt x="75" y="242"/>
                  </a:moveTo>
                  <a:lnTo>
                    <a:pt x="75" y="305"/>
                  </a:lnTo>
                  <a:lnTo>
                    <a:pt x="118" y="305"/>
                  </a:lnTo>
                  <a:lnTo>
                    <a:pt x="118" y="242"/>
                  </a:lnTo>
                  <a:lnTo>
                    <a:pt x="75" y="242"/>
                  </a:lnTo>
                  <a:lnTo>
                    <a:pt x="75" y="242"/>
                  </a:lnTo>
                  <a:close/>
                  <a:moveTo>
                    <a:pt x="260" y="156"/>
                  </a:moveTo>
                  <a:lnTo>
                    <a:pt x="260" y="217"/>
                  </a:lnTo>
                  <a:lnTo>
                    <a:pt x="305" y="217"/>
                  </a:lnTo>
                  <a:lnTo>
                    <a:pt x="305" y="156"/>
                  </a:lnTo>
                  <a:lnTo>
                    <a:pt x="260" y="156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381425" y="83886"/>
            <a:ext cx="2137784" cy="593322"/>
            <a:chOff x="1365605" y="2880361"/>
            <a:chExt cx="2476531" cy="806096"/>
          </a:xfrm>
        </p:grpSpPr>
        <p:sp>
          <p:nvSpPr>
            <p:cNvPr id="27" name="椭圆 26"/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1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221179" y="2928304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项目概述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114819" y="1555372"/>
            <a:ext cx="2359503" cy="593322"/>
            <a:chOff x="1365605" y="2880361"/>
            <a:chExt cx="2733383" cy="806096"/>
          </a:xfrm>
        </p:grpSpPr>
        <p:sp>
          <p:nvSpPr>
            <p:cNvPr id="31" name="椭圆 30"/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3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221179" y="2928304"/>
              <a:ext cx="1877809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核心功能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745547" y="784539"/>
            <a:ext cx="2359503" cy="593322"/>
            <a:chOff x="1365605" y="2880361"/>
            <a:chExt cx="2733384" cy="806096"/>
          </a:xfrm>
        </p:grpSpPr>
        <p:sp>
          <p:nvSpPr>
            <p:cNvPr id="35" name="椭圆 34"/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2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2221179" y="2928304"/>
              <a:ext cx="1877810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技术规格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339457" y="2325318"/>
            <a:ext cx="2359503" cy="593322"/>
            <a:chOff x="1365605" y="2880361"/>
            <a:chExt cx="2733383" cy="806096"/>
          </a:xfrm>
        </p:grpSpPr>
        <p:sp>
          <p:nvSpPr>
            <p:cNvPr id="39" name="椭圆 38"/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4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221179" y="2928304"/>
              <a:ext cx="1877809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系统架构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3872460" y="1108224"/>
            <a:ext cx="981541" cy="4441642"/>
          </a:xfrm>
          <a:prstGeom prst="rect">
            <a:avLst/>
          </a:prstGeom>
        </p:spPr>
        <p:txBody>
          <a:bodyPr vert="eaVert" anchor="b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CONTEN</a:t>
            </a:r>
            <a:r>
              <a:rPr lang="en-US" altLang="zh-CN" sz="2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TS</a:t>
            </a:r>
            <a:endParaRPr lang="en-US" altLang="zh-CN" sz="3600" b="1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45" name="iconfont-11208-5297042"/>
          <p:cNvSpPr/>
          <p:nvPr/>
        </p:nvSpPr>
        <p:spPr>
          <a:xfrm>
            <a:off x="267970" y="25463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0722716" y="6421225"/>
            <a:ext cx="1093905" cy="203200"/>
            <a:chOff x="2400300" y="-914400"/>
            <a:chExt cx="1093905" cy="203200"/>
          </a:xfrm>
        </p:grpSpPr>
        <p:sp>
          <p:nvSpPr>
            <p:cNvPr id="48" name="椭圆 47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2736977" y="568376"/>
            <a:ext cx="981541" cy="3528905"/>
          </a:xfrm>
          <a:prstGeom prst="rect">
            <a:avLst/>
          </a:prstGeom>
        </p:spPr>
        <p:txBody>
          <a:bodyPr vert="eaVert" anchor="b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目 录</a:t>
            </a:r>
            <a:endParaRPr lang="en-US" altLang="zh-CN" sz="8000" b="1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725DE7-3250-265B-91D0-9E8A64236F63}"/>
              </a:ext>
            </a:extLst>
          </p:cNvPr>
          <p:cNvGrpSpPr/>
          <p:nvPr/>
        </p:nvGrpSpPr>
        <p:grpSpPr>
          <a:xfrm>
            <a:off x="7391486" y="3095264"/>
            <a:ext cx="2359503" cy="593322"/>
            <a:chOff x="1365605" y="2880361"/>
            <a:chExt cx="2733384" cy="806096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2F4A2A8-E97C-FE05-0E9D-C1FB6BAB135E}"/>
                </a:ext>
              </a:extLst>
            </p:cNvPr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5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91B145B-8219-7182-7E06-A20B7B8F81EF}"/>
                </a:ext>
              </a:extLst>
            </p:cNvPr>
            <p:cNvSpPr txBox="1"/>
            <p:nvPr/>
          </p:nvSpPr>
          <p:spPr>
            <a:xfrm>
              <a:off x="2221179" y="2928304"/>
              <a:ext cx="1877810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模块设计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B66E60F-147C-94CD-97FF-047A59146D5C}"/>
              </a:ext>
            </a:extLst>
          </p:cNvPr>
          <p:cNvGrpSpPr/>
          <p:nvPr/>
        </p:nvGrpSpPr>
        <p:grpSpPr>
          <a:xfrm>
            <a:off x="6410186" y="6124564"/>
            <a:ext cx="2359503" cy="593322"/>
            <a:chOff x="1365605" y="2880361"/>
            <a:chExt cx="2733383" cy="806096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6638FE6-8051-60C2-7A5A-374107D94C7E}"/>
                </a:ext>
              </a:extLst>
            </p:cNvPr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9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00EFE6B-DC76-5BC1-98C8-98113A13A842}"/>
                </a:ext>
              </a:extLst>
            </p:cNvPr>
            <p:cNvSpPr txBox="1"/>
            <p:nvPr/>
          </p:nvSpPr>
          <p:spPr>
            <a:xfrm>
              <a:off x="2221179" y="2928304"/>
              <a:ext cx="1877809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项目总结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7C10CB-9722-FF0E-DFD5-192B55F4F8A7}"/>
              </a:ext>
            </a:extLst>
          </p:cNvPr>
          <p:cNvGrpSpPr/>
          <p:nvPr/>
        </p:nvGrpSpPr>
        <p:grpSpPr>
          <a:xfrm>
            <a:off x="7314309" y="3891748"/>
            <a:ext cx="2749033" cy="593322"/>
            <a:chOff x="1365605" y="2880361"/>
            <a:chExt cx="3184637" cy="806096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8AAFCB0-7574-3A27-B431-2AFDDA08D31F}"/>
                </a:ext>
              </a:extLst>
            </p:cNvPr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6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87FD937-B1D1-DE34-9797-94925C3F92A3}"/>
                </a:ext>
              </a:extLst>
            </p:cNvPr>
            <p:cNvSpPr txBox="1"/>
            <p:nvPr/>
          </p:nvSpPr>
          <p:spPr>
            <a:xfrm>
              <a:off x="2221179" y="2928304"/>
              <a:ext cx="2329063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AI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算法设计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EA38532-1E8A-A36D-A6C7-3AA9800B480C}"/>
              </a:ext>
            </a:extLst>
          </p:cNvPr>
          <p:cNvGrpSpPr/>
          <p:nvPr/>
        </p:nvGrpSpPr>
        <p:grpSpPr>
          <a:xfrm>
            <a:off x="6818984" y="5384224"/>
            <a:ext cx="2359504" cy="593322"/>
            <a:chOff x="1365605" y="2880361"/>
            <a:chExt cx="2733383" cy="806096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CCCD1FD-B27E-6513-BEF1-345C57A4D52F}"/>
                </a:ext>
              </a:extLst>
            </p:cNvPr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8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725F5A6-9293-C587-01A8-304986A5B4F3}"/>
                </a:ext>
              </a:extLst>
            </p:cNvPr>
            <p:cNvSpPr txBox="1"/>
            <p:nvPr/>
          </p:nvSpPr>
          <p:spPr>
            <a:xfrm>
              <a:off x="2221180" y="2928304"/>
              <a:ext cx="1877808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资源管理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29487F6-814D-0B5B-AD81-A893FCAD4AE6}"/>
              </a:ext>
            </a:extLst>
          </p:cNvPr>
          <p:cNvGrpSpPr/>
          <p:nvPr/>
        </p:nvGrpSpPr>
        <p:grpSpPr>
          <a:xfrm>
            <a:off x="7122347" y="4653765"/>
            <a:ext cx="2359503" cy="593322"/>
            <a:chOff x="1365605" y="2880361"/>
            <a:chExt cx="2733384" cy="806096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803148C-8839-EC16-E83B-5F1BB57D0A34}"/>
                </a:ext>
              </a:extLst>
            </p:cNvPr>
            <p:cNvSpPr/>
            <p:nvPr/>
          </p:nvSpPr>
          <p:spPr>
            <a:xfrm>
              <a:off x="1365605" y="2880361"/>
              <a:ext cx="806096" cy="806096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  <a:effectLst>
              <a:outerShdw blurRad="114300" sx="108000" sy="108000" algn="ctr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7</a:t>
              </a:r>
              <a:endParaRPr lang="zh-CN" altLang="en-US" sz="2400" dirty="0"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45F702D-538E-BC74-AE5E-5F34F1FA8176}"/>
                </a:ext>
              </a:extLst>
            </p:cNvPr>
            <p:cNvSpPr txBox="1"/>
            <p:nvPr/>
          </p:nvSpPr>
          <p:spPr>
            <a:xfrm>
              <a:off x="2221179" y="2928304"/>
              <a:ext cx="1877810" cy="7108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关键实现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33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项目概述</a:t>
              </a:r>
            </a:p>
          </p:txBody>
        </p:sp>
        <p:sp>
          <p:nvSpPr>
            <p:cNvPr id="35" name="椭圆 34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01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FC21762-C195-DF52-89D9-05A299D71C93}"/>
              </a:ext>
            </a:extLst>
          </p:cNvPr>
          <p:cNvSpPr txBox="1"/>
          <p:nvPr/>
        </p:nvSpPr>
        <p:spPr>
          <a:xfrm>
            <a:off x="8680450" y="2274838"/>
            <a:ext cx="30162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本项目是一个基于 </a:t>
            </a:r>
            <a:r>
              <a:rPr lang="en-US" altLang="zh-CN" dirty="0"/>
              <a:t>EasyX </a:t>
            </a:r>
            <a:r>
              <a:rPr lang="zh-CN" altLang="en-US" dirty="0"/>
              <a:t>图形库的跨平台五子棋游戏，支持三种对战模式：双人对 战（</a:t>
            </a:r>
            <a:r>
              <a:rPr lang="en-US" altLang="zh-CN" dirty="0"/>
              <a:t>PVP</a:t>
            </a:r>
            <a:r>
              <a:rPr lang="zh-CN" altLang="en-US" dirty="0"/>
              <a:t>）、人机对战（</a:t>
            </a:r>
            <a:r>
              <a:rPr lang="en-US" altLang="zh-CN" dirty="0"/>
              <a:t>PVE</a:t>
            </a:r>
            <a:r>
              <a:rPr lang="zh-CN" altLang="en-US" dirty="0"/>
              <a:t>）和机机对战（</a:t>
            </a:r>
            <a:r>
              <a:rPr lang="en-US" altLang="zh-CN" dirty="0"/>
              <a:t>AI vs AI</a:t>
            </a:r>
            <a:r>
              <a:rPr lang="zh-CN" altLang="en-US" dirty="0"/>
              <a:t>）。游戏包含完整的 </a:t>
            </a:r>
            <a:r>
              <a:rPr lang="en-US" altLang="zh-CN" dirty="0"/>
              <a:t>UI </a:t>
            </a:r>
            <a:r>
              <a:rPr lang="zh-CN" altLang="en-US" dirty="0"/>
              <a:t>界面，胜负判定系统， </a:t>
            </a:r>
            <a:r>
              <a:rPr lang="en-US" altLang="zh-CN" dirty="0"/>
              <a:t>AI </a:t>
            </a:r>
            <a:r>
              <a:rPr lang="zh-CN" altLang="en-US" dirty="0"/>
              <a:t>决策算法以及对局结果导出功能。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7D95F2-CD00-8CBB-7868-CA37C4578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89" y="1056987"/>
            <a:ext cx="7751761" cy="509616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27779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1004596" y="1193014"/>
            <a:ext cx="10182808" cy="4471972"/>
            <a:chOff x="1004596" y="1193014"/>
            <a:chExt cx="10182808" cy="4471972"/>
          </a:xfrm>
        </p:grpSpPr>
        <p:sp>
          <p:nvSpPr>
            <p:cNvPr id="6" name="îšlíḋè"/>
            <p:cNvSpPr/>
            <p:nvPr/>
          </p:nvSpPr>
          <p:spPr>
            <a:xfrm>
              <a:off x="1004596" y="2829436"/>
              <a:ext cx="10182808" cy="15503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  <a:alpha val="40000"/>
              </a:schemeClr>
            </a:solidFill>
            <a:ln w="381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îṥlïḍe"/>
            <p:cNvSpPr/>
            <p:nvPr/>
          </p:nvSpPr>
          <p:spPr>
            <a:xfrm>
              <a:off x="2488163" y="2417861"/>
              <a:ext cx="823158" cy="82315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ïṥḻîḋè"/>
            <p:cNvSpPr/>
            <p:nvPr/>
          </p:nvSpPr>
          <p:spPr>
            <a:xfrm>
              <a:off x="5684421" y="2417861"/>
              <a:ext cx="823158" cy="823150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îṡľíḑé"/>
            <p:cNvSpPr/>
            <p:nvPr/>
          </p:nvSpPr>
          <p:spPr>
            <a:xfrm>
              <a:off x="8880679" y="2417861"/>
              <a:ext cx="823158" cy="82315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7" name="íşlîḑé"/>
            <p:cNvSpPr/>
            <p:nvPr/>
          </p:nvSpPr>
          <p:spPr>
            <a:xfrm>
              <a:off x="2488163" y="3968197"/>
              <a:ext cx="823158" cy="823150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" name="ïsļïḋe"/>
            <p:cNvSpPr/>
            <p:nvPr/>
          </p:nvSpPr>
          <p:spPr>
            <a:xfrm>
              <a:off x="5684421" y="3968197"/>
              <a:ext cx="823158" cy="82315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îşļiḋè"/>
            <p:cNvSpPr/>
            <p:nvPr/>
          </p:nvSpPr>
          <p:spPr>
            <a:xfrm>
              <a:off x="8880679" y="3968197"/>
              <a:ext cx="823158" cy="823150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3" name="í$ľîḋè"/>
            <p:cNvGrpSpPr/>
            <p:nvPr/>
          </p:nvGrpSpPr>
          <p:grpSpPr>
            <a:xfrm rot="5400000">
              <a:off x="4154102" y="2725919"/>
              <a:ext cx="232670" cy="232722"/>
              <a:chOff x="4022045" y="3355851"/>
              <a:chExt cx="311828" cy="311898"/>
            </a:xfrm>
          </p:grpSpPr>
          <p:sp>
            <p:nvSpPr>
              <p:cNvPr id="41" name="iṣḷîḓè"/>
              <p:cNvSpPr/>
              <p:nvPr/>
            </p:nvSpPr>
            <p:spPr>
              <a:xfrm>
                <a:off x="4022045" y="3355851"/>
                <a:ext cx="311828" cy="31189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endPara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2" name="íṣľiḓè"/>
              <p:cNvSpPr/>
              <p:nvPr/>
            </p:nvSpPr>
            <p:spPr>
              <a:xfrm rot="14465213">
                <a:off x="4087880" y="3453532"/>
                <a:ext cx="136730" cy="136732"/>
              </a:xfrm>
              <a:prstGeom prst="flowChartExtra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4" name="íSliďe"/>
            <p:cNvGrpSpPr/>
            <p:nvPr/>
          </p:nvGrpSpPr>
          <p:grpSpPr>
            <a:xfrm rot="5400000">
              <a:off x="7577794" y="2725919"/>
              <a:ext cx="232670" cy="232722"/>
              <a:chOff x="4022045" y="3355851"/>
              <a:chExt cx="311828" cy="311898"/>
            </a:xfrm>
          </p:grpSpPr>
          <p:sp>
            <p:nvSpPr>
              <p:cNvPr id="39" name="iśḷïďe"/>
              <p:cNvSpPr/>
              <p:nvPr/>
            </p:nvSpPr>
            <p:spPr>
              <a:xfrm>
                <a:off x="4022045" y="3355851"/>
                <a:ext cx="311828" cy="31189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endPara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0" name="ïśļidé"/>
              <p:cNvSpPr/>
              <p:nvPr/>
            </p:nvSpPr>
            <p:spPr>
              <a:xfrm rot="14465213">
                <a:off x="4087880" y="3453532"/>
                <a:ext cx="136730" cy="136732"/>
              </a:xfrm>
              <a:prstGeom prst="flowChartExtra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5" name="iṡ1îḍê"/>
            <p:cNvGrpSpPr/>
            <p:nvPr/>
          </p:nvGrpSpPr>
          <p:grpSpPr>
            <a:xfrm rot="16200000" flipH="1">
              <a:off x="7567696" y="4299093"/>
              <a:ext cx="232670" cy="232722"/>
              <a:chOff x="4022045" y="3355851"/>
              <a:chExt cx="311828" cy="311898"/>
            </a:xfrm>
          </p:grpSpPr>
          <p:sp>
            <p:nvSpPr>
              <p:cNvPr id="37" name="iṧḻíde"/>
              <p:cNvSpPr/>
              <p:nvPr/>
            </p:nvSpPr>
            <p:spPr>
              <a:xfrm>
                <a:off x="4022045" y="3355851"/>
                <a:ext cx="311828" cy="31189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endPara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8" name="ïṧḻiḑé"/>
              <p:cNvSpPr/>
              <p:nvPr/>
            </p:nvSpPr>
            <p:spPr>
              <a:xfrm rot="14465213">
                <a:off x="4087880" y="3453532"/>
                <a:ext cx="136730" cy="136732"/>
              </a:xfrm>
              <a:prstGeom prst="flowChartExtra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6" name="ïsliďe"/>
            <p:cNvGrpSpPr/>
            <p:nvPr/>
          </p:nvGrpSpPr>
          <p:grpSpPr>
            <a:xfrm rot="16200000" flipH="1">
              <a:off x="4154102" y="4299093"/>
              <a:ext cx="232670" cy="232722"/>
              <a:chOff x="4022045" y="3355851"/>
              <a:chExt cx="311828" cy="311898"/>
            </a:xfrm>
          </p:grpSpPr>
          <p:sp>
            <p:nvSpPr>
              <p:cNvPr id="35" name="iṣ1îḓé"/>
              <p:cNvSpPr/>
              <p:nvPr/>
            </p:nvSpPr>
            <p:spPr>
              <a:xfrm>
                <a:off x="4022045" y="3355851"/>
                <a:ext cx="311828" cy="31189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endParaRPr lang="zh-CN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6" name="îṥliďê"/>
              <p:cNvSpPr/>
              <p:nvPr/>
            </p:nvSpPr>
            <p:spPr>
              <a:xfrm rot="14465213">
                <a:off x="4087880" y="3453532"/>
                <a:ext cx="136730" cy="136732"/>
              </a:xfrm>
              <a:prstGeom prst="flowChartExtra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3" name="îşḷidê"/>
            <p:cNvSpPr/>
            <p:nvPr/>
          </p:nvSpPr>
          <p:spPr bwMode="auto">
            <a:xfrm>
              <a:off x="1883336" y="1193014"/>
              <a:ext cx="2032570" cy="417143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Windows</a:t>
              </a:r>
              <a:endParaRPr lang="zh-CN" altLang="en-US" b="1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îṧľíḋê"/>
            <p:cNvSpPr/>
            <p:nvPr/>
          </p:nvSpPr>
          <p:spPr bwMode="auto">
            <a:xfrm>
              <a:off x="5079594" y="1193014"/>
              <a:ext cx="2032570" cy="417143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C++11</a:t>
              </a:r>
              <a:endParaRPr lang="zh-CN" altLang="en-US" b="1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iśľïḑé"/>
            <p:cNvSpPr/>
            <p:nvPr/>
          </p:nvSpPr>
          <p:spPr bwMode="auto">
            <a:xfrm>
              <a:off x="8150031" y="1193014"/>
              <a:ext cx="2398498" cy="417143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EasyX</a:t>
              </a:r>
              <a:r>
                <a:rPr lang="zh-CN" altLang="en-US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（</a:t>
              </a:r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v2022</a:t>
              </a:r>
              <a:r>
                <a:rPr lang="zh-CN" altLang="en-US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）</a:t>
              </a:r>
            </a:p>
          </p:txBody>
        </p:sp>
        <p:sp>
          <p:nvSpPr>
            <p:cNvPr id="27" name="íŝḷïḍé"/>
            <p:cNvSpPr/>
            <p:nvPr/>
          </p:nvSpPr>
          <p:spPr bwMode="auto">
            <a:xfrm>
              <a:off x="1764251" y="4869723"/>
              <a:ext cx="2270740" cy="694675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Windows API, STL</a:t>
              </a:r>
              <a:endParaRPr lang="zh-CN" altLang="en-US" b="1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íślíḑê"/>
            <p:cNvSpPr/>
            <p:nvPr/>
          </p:nvSpPr>
          <p:spPr bwMode="auto">
            <a:xfrm>
              <a:off x="4447583" y="4914199"/>
              <a:ext cx="3372256" cy="417143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Visual Studio 2022+</a:t>
              </a:r>
              <a:endParaRPr lang="zh-CN" altLang="en-US" b="1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îšľiďé"/>
            <p:cNvSpPr/>
            <p:nvPr/>
          </p:nvSpPr>
          <p:spPr bwMode="auto">
            <a:xfrm>
              <a:off x="8326652" y="4952137"/>
              <a:ext cx="2049248" cy="712849"/>
            </a:xfrm>
            <a:prstGeom prst="rect">
              <a:avLst/>
            </a:prstGeom>
            <a:noFill/>
            <a:ln w="28575" algn="ctr">
              <a:noFill/>
              <a:round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en-US"/>
              </a:defPPr>
              <a:lvl1pPr marL="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PNG </a:t>
              </a:r>
              <a:r>
                <a:rPr lang="zh-CN" altLang="en-US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图片 </a:t>
              </a:r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zh-CN" altLang="en-US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菜单</a:t>
              </a:r>
              <a:r>
                <a:rPr lang="en-US" altLang="zh-CN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</a:t>
              </a:r>
              <a:r>
                <a:rPr lang="zh-CN" altLang="en-US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棋子）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56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技术规格</a:t>
              </a:r>
              <a:endPara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02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E3E8C54-5671-10C4-F03E-8197173E5801}"/>
              </a:ext>
            </a:extLst>
          </p:cNvPr>
          <p:cNvSpPr txBox="1"/>
          <p:nvPr/>
        </p:nvSpPr>
        <p:spPr>
          <a:xfrm>
            <a:off x="2591151" y="2646855"/>
            <a:ext cx="71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平台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C0EA0E-0CC4-F886-10E5-2B98E98C1707}"/>
              </a:ext>
            </a:extLst>
          </p:cNvPr>
          <p:cNvSpPr txBox="1"/>
          <p:nvPr/>
        </p:nvSpPr>
        <p:spPr>
          <a:xfrm>
            <a:off x="5778697" y="2510550"/>
            <a:ext cx="710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开发语言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B4605A-DDB7-672A-26DE-FF9D5B6ABA4B}"/>
              </a:ext>
            </a:extLst>
          </p:cNvPr>
          <p:cNvSpPr txBox="1"/>
          <p:nvPr/>
        </p:nvSpPr>
        <p:spPr>
          <a:xfrm>
            <a:off x="8937122" y="2517060"/>
            <a:ext cx="710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图形库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B5B078-22C0-2C1C-A7BC-4BA14D395C19}"/>
              </a:ext>
            </a:extLst>
          </p:cNvPr>
          <p:cNvSpPr txBox="1"/>
          <p:nvPr/>
        </p:nvSpPr>
        <p:spPr>
          <a:xfrm>
            <a:off x="2476838" y="4072862"/>
            <a:ext cx="85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依赖 库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F9C359F-FDFE-5F6A-F6B7-026C0A4FB4B9}"/>
              </a:ext>
            </a:extLst>
          </p:cNvPr>
          <p:cNvSpPr txBox="1"/>
          <p:nvPr/>
        </p:nvSpPr>
        <p:spPr>
          <a:xfrm>
            <a:off x="5748582" y="4072862"/>
            <a:ext cx="694594" cy="64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编译环境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73F79E3-8BBC-924B-E128-6CDF37F78AAA}"/>
              </a:ext>
            </a:extLst>
          </p:cNvPr>
          <p:cNvSpPr txBox="1"/>
          <p:nvPr/>
        </p:nvSpPr>
        <p:spPr>
          <a:xfrm>
            <a:off x="8994723" y="4058746"/>
            <a:ext cx="709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资源文件</a:t>
            </a: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35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核心功能</a:t>
              </a:r>
            </a:p>
          </p:txBody>
        </p:sp>
        <p:sp>
          <p:nvSpPr>
            <p:cNvPr id="37" name="椭圆 36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03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FD31B5F1-812C-9903-ADA5-C299D34049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8315997"/>
              </p:ext>
            </p:extLst>
          </p:nvPr>
        </p:nvGraphicFramePr>
        <p:xfrm>
          <a:off x="4726952" y="1119026"/>
          <a:ext cx="7128498" cy="507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5" name="图片 44">
            <a:extLst>
              <a:ext uri="{FF2B5EF4-FFF2-40B4-BE49-F238E27FC236}">
                <a16:creationId xmlns:a16="http://schemas.microsoft.com/office/drawing/2014/main" id="{AFD6D0D6-CB90-F091-8DF3-5C5C84358C2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" y="885536"/>
            <a:ext cx="4721818" cy="3099819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DC75754B-4816-638E-A359-1FED5FBA7F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" y="3334191"/>
            <a:ext cx="4723535" cy="309981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16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系统架构</a:t>
              </a:r>
            </a:p>
          </p:txBody>
        </p:sp>
        <p:sp>
          <p:nvSpPr>
            <p:cNvPr id="18" name="椭圆 17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04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96209EB-1658-E1B7-E804-2BCF254BD7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77" y="671230"/>
            <a:ext cx="7779923" cy="57852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24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模块设计</a:t>
              </a:r>
            </a:p>
          </p:txBody>
        </p:sp>
        <p:sp>
          <p:nvSpPr>
            <p:cNvPr id="26" name="椭圆 2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05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CCE380DF-F372-C9F2-CD5D-A9ACB561D8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834841"/>
              </p:ext>
            </p:extLst>
          </p:nvPr>
        </p:nvGraphicFramePr>
        <p:xfrm>
          <a:off x="1890359" y="737557"/>
          <a:ext cx="8411282" cy="538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D7544F8B-691A-A245-556F-F7357002DFAB}"/>
              </a:ext>
            </a:extLst>
          </p:cNvPr>
          <p:cNvSpPr txBox="1"/>
          <p:nvPr/>
        </p:nvSpPr>
        <p:spPr>
          <a:xfrm>
            <a:off x="6828792" y="204393"/>
            <a:ext cx="327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• </a:t>
            </a:r>
            <a:r>
              <a:rPr lang="zh-CN" altLang="en-US" dirty="0"/>
              <a:t>数据结构：</a:t>
            </a:r>
            <a:r>
              <a:rPr lang="en-US" altLang="zh-CN" dirty="0"/>
              <a:t>15×15 </a:t>
            </a:r>
            <a:r>
              <a:rPr lang="zh-CN" altLang="en-US" dirty="0"/>
              <a:t>棋盘矩阵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状态管理：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A46F7E9-67CD-D8E1-7BA1-36DEEECA20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984" y="885536"/>
            <a:ext cx="3524431" cy="88269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6EE9249B-BCA0-2188-D8BD-434D9A8DA0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543" y="4295719"/>
            <a:ext cx="3810196" cy="67313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C5B854C-18A1-7872-312A-C9240492B6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59" y="5796575"/>
            <a:ext cx="3232316" cy="64773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ACA9A0C6-4D10-1604-E165-C468614FEE2E}"/>
              </a:ext>
            </a:extLst>
          </p:cNvPr>
          <p:cNvSpPr txBox="1"/>
          <p:nvPr/>
        </p:nvSpPr>
        <p:spPr>
          <a:xfrm>
            <a:off x="8465821" y="3926387"/>
            <a:ext cx="327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• </a:t>
            </a:r>
            <a:r>
              <a:rPr lang="zh-CN" altLang="en-US" dirty="0"/>
              <a:t>核心算法：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9CFF8E-5004-F6F1-B2FD-D713E04685FC}"/>
              </a:ext>
            </a:extLst>
          </p:cNvPr>
          <p:cNvSpPr txBox="1"/>
          <p:nvPr/>
        </p:nvSpPr>
        <p:spPr>
          <a:xfrm>
            <a:off x="1890359" y="5397267"/>
            <a:ext cx="327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• </a:t>
            </a:r>
            <a:r>
              <a:rPr lang="zh-CN" altLang="en-US" dirty="0"/>
              <a:t>功能接口：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5CB6AA-2FCA-3F82-F5BB-3DEB694B0141}"/>
              </a:ext>
            </a:extLst>
          </p:cNvPr>
          <p:cNvSpPr txBox="1"/>
          <p:nvPr/>
        </p:nvSpPr>
        <p:spPr>
          <a:xfrm>
            <a:off x="609600" y="1398899"/>
            <a:ext cx="327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•</a:t>
            </a:r>
            <a:r>
              <a:rPr lang="zh-CN" altLang="en-US" dirty="0"/>
              <a:t>状态机控制：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C027F1F9-7179-2D9F-5303-317E5B77CA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9" y="1768231"/>
            <a:ext cx="3151912" cy="365963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44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AI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算法设计</a:t>
              </a:r>
            </a:p>
          </p:txBody>
        </p:sp>
        <p:sp>
          <p:nvSpPr>
            <p:cNvPr id="46" name="椭圆 45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06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B318A86-66FD-B542-5A93-ADA09EBFC86B}"/>
              </a:ext>
            </a:extLst>
          </p:cNvPr>
          <p:cNvSpPr txBox="1"/>
          <p:nvPr/>
        </p:nvSpPr>
        <p:spPr>
          <a:xfrm>
            <a:off x="512839" y="1355291"/>
            <a:ext cx="3143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评分机制（五级模型）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09EF8A8-52AE-3263-7783-1ED24A84E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50284"/>
              </p:ext>
            </p:extLst>
          </p:nvPr>
        </p:nvGraphicFramePr>
        <p:xfrm>
          <a:off x="395225" y="2074332"/>
          <a:ext cx="5792712" cy="3693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904">
                  <a:extLst>
                    <a:ext uri="{9D8B030D-6E8A-4147-A177-3AD203B41FA5}">
                      <a16:colId xmlns:a16="http://schemas.microsoft.com/office/drawing/2014/main" val="687383840"/>
                    </a:ext>
                  </a:extLst>
                </a:gridCol>
                <a:gridCol w="1930904">
                  <a:extLst>
                    <a:ext uri="{9D8B030D-6E8A-4147-A177-3AD203B41FA5}">
                      <a16:colId xmlns:a16="http://schemas.microsoft.com/office/drawing/2014/main" val="2167297057"/>
                    </a:ext>
                  </a:extLst>
                </a:gridCol>
                <a:gridCol w="1930904">
                  <a:extLst>
                    <a:ext uri="{9D8B030D-6E8A-4147-A177-3AD203B41FA5}">
                      <a16:colId xmlns:a16="http://schemas.microsoft.com/office/drawing/2014/main" val="3128220436"/>
                    </a:ext>
                  </a:extLst>
                </a:gridCol>
              </a:tblGrid>
              <a:tr h="61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棋型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分值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说明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61562"/>
                  </a:ext>
                </a:extLst>
              </a:tr>
              <a:tr h="61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五连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200,000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必胜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939973"/>
                  </a:ext>
                </a:extLst>
              </a:tr>
              <a:tr h="61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活四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50,000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可成五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07692"/>
                  </a:ext>
                </a:extLst>
              </a:tr>
              <a:tr h="61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冲四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40,000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单端阻挡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602570"/>
                  </a:ext>
                </a:extLst>
              </a:tr>
              <a:tr h="61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活三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30,000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潜在威胁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712813"/>
                  </a:ext>
                </a:extLst>
              </a:tr>
              <a:tr h="61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活二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发展可能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824666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2B31517-0797-F513-4E7A-847976F11E4D}"/>
              </a:ext>
            </a:extLst>
          </p:cNvPr>
          <p:cNvSpPr txBox="1"/>
          <p:nvPr/>
        </p:nvSpPr>
        <p:spPr>
          <a:xfrm>
            <a:off x="6699860" y="1355291"/>
            <a:ext cx="23215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决策流程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扫描全盘空位</a:t>
            </a:r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计算四方向得分：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51BE6C8C-0221-A2D3-6C18-DE98726B0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860" y="2870254"/>
            <a:ext cx="5425326" cy="585084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DA0D4A5F-5B33-75AF-90E7-17FF5E00451A}"/>
              </a:ext>
            </a:extLst>
          </p:cNvPr>
          <p:cNvSpPr txBox="1"/>
          <p:nvPr/>
        </p:nvSpPr>
        <p:spPr>
          <a:xfrm>
            <a:off x="6699860" y="3523751"/>
            <a:ext cx="27900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3.</a:t>
            </a:r>
            <a:r>
              <a:rPr lang="zh-CN" altLang="en-US" sz="2000" dirty="0"/>
              <a:t>选择最高分位置</a:t>
            </a:r>
            <a:endParaRPr lang="en-US" altLang="zh-CN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首步默认落子中心</a:t>
            </a:r>
            <a:r>
              <a:rPr lang="en-US" altLang="zh-CN" sz="2000" dirty="0"/>
              <a:t>(7,7)</a:t>
            </a:r>
            <a:endParaRPr lang="zh-CN" altLang="en-US" sz="200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ŝ1îḑ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ïšḷîḑê"/>
          <p:cNvSpPr/>
          <p:nvPr/>
        </p:nvSpPr>
        <p:spPr>
          <a:xfrm>
            <a:off x="466895" y="4144384"/>
            <a:ext cx="485997" cy="485996"/>
          </a:xfrm>
          <a:prstGeom prst="ellipse">
            <a:avLst/>
          </a:prstGeom>
          <a:solidFill>
            <a:schemeClr val="accent2"/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92500" lnSpcReduction="10000"/>
          </a:bodyPr>
          <a:lstStyle/>
          <a:p>
            <a:pPr algn="ctr" defTabSz="913765">
              <a:lnSpc>
                <a:spcPct val="125000"/>
              </a:lnSpc>
            </a:pPr>
            <a:r>
              <a:rPr lang="en-US" altLang="zh-CN" sz="16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7" name="iṡḷîdé"/>
          <p:cNvSpPr/>
          <p:nvPr/>
        </p:nvSpPr>
        <p:spPr>
          <a:xfrm>
            <a:off x="581098" y="1268793"/>
            <a:ext cx="485997" cy="485996"/>
          </a:xfrm>
          <a:prstGeom prst="ellipse">
            <a:avLst/>
          </a:prstGeom>
          <a:solidFill>
            <a:schemeClr val="dk1">
              <a:lumMod val="100000"/>
            </a:schemeClr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92500" lnSpcReduction="10000"/>
          </a:bodyPr>
          <a:lstStyle/>
          <a:p>
            <a:pPr algn="ctr" defTabSz="913765">
              <a:lnSpc>
                <a:spcPct val="125000"/>
              </a:lnSpc>
            </a:pPr>
            <a:r>
              <a:rPr lang="en-US" altLang="zh-CN" sz="16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7" name="iṩ1iḋé"/>
          <p:cNvSpPr txBox="1"/>
          <p:nvPr/>
        </p:nvSpPr>
        <p:spPr bwMode="auto">
          <a:xfrm>
            <a:off x="6889803" y="2800455"/>
            <a:ext cx="1479574" cy="493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/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棋盘坐标转换</a:t>
            </a:r>
          </a:p>
        </p:txBody>
      </p:sp>
      <p:sp>
        <p:nvSpPr>
          <p:cNvPr id="44" name="ïṣļîďê"/>
          <p:cNvSpPr txBox="1"/>
          <p:nvPr/>
        </p:nvSpPr>
        <p:spPr bwMode="auto">
          <a:xfrm>
            <a:off x="1054175" y="4135782"/>
            <a:ext cx="1942480" cy="493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/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机机对战延时控制</a:t>
            </a:r>
          </a:p>
        </p:txBody>
      </p:sp>
      <p:sp>
        <p:nvSpPr>
          <p:cNvPr id="38" name="íşľïḋe"/>
          <p:cNvSpPr txBox="1"/>
          <p:nvPr/>
        </p:nvSpPr>
        <p:spPr bwMode="auto">
          <a:xfrm>
            <a:off x="1183561" y="1259920"/>
            <a:ext cx="1470739" cy="493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/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事件处理系统</a:t>
            </a:r>
          </a:p>
        </p:txBody>
      </p:sp>
      <p:cxnSp>
        <p:nvCxnSpPr>
          <p:cNvPr id="36" name="iṩḻíḍé"/>
          <p:cNvCxnSpPr/>
          <p:nvPr/>
        </p:nvCxnSpPr>
        <p:spPr>
          <a:xfrm>
            <a:off x="6165850" y="1291118"/>
            <a:ext cx="0" cy="461193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998C104-9C3A-DB6B-6A30-65882B46D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75" y="1978562"/>
            <a:ext cx="5734345" cy="1663786"/>
          </a:xfrm>
          <a:prstGeom prst="rect">
            <a:avLst/>
          </a:prstGeom>
        </p:spPr>
      </p:pic>
      <p:sp>
        <p:nvSpPr>
          <p:cNvPr id="66" name="ïsḷîdé"/>
          <p:cNvSpPr>
            <a:spLocks noChangeAspect="1"/>
          </p:cNvSpPr>
          <p:nvPr/>
        </p:nvSpPr>
        <p:spPr bwMode="auto">
          <a:xfrm>
            <a:off x="909777" y="5251599"/>
            <a:ext cx="457665" cy="346481"/>
          </a:xfrm>
          <a:custGeom>
            <a:avLst/>
            <a:gdLst>
              <a:gd name="T0" fmla="*/ 212 w 224"/>
              <a:gd name="T1" fmla="*/ 0 h 168"/>
              <a:gd name="T2" fmla="*/ 224 w 224"/>
              <a:gd name="T3" fmla="*/ 12 h 168"/>
              <a:gd name="T4" fmla="*/ 224 w 224"/>
              <a:gd name="T5" fmla="*/ 156 h 168"/>
              <a:gd name="T6" fmla="*/ 212 w 224"/>
              <a:gd name="T7" fmla="*/ 168 h 168"/>
              <a:gd name="T8" fmla="*/ 12 w 224"/>
              <a:gd name="T9" fmla="*/ 168 h 168"/>
              <a:gd name="T10" fmla="*/ 0 w 224"/>
              <a:gd name="T11" fmla="*/ 156 h 168"/>
              <a:gd name="T12" fmla="*/ 0 w 224"/>
              <a:gd name="T13" fmla="*/ 12 h 168"/>
              <a:gd name="T14" fmla="*/ 12 w 224"/>
              <a:gd name="T15" fmla="*/ 0 h 168"/>
              <a:gd name="T16" fmla="*/ 212 w 224"/>
              <a:gd name="T17" fmla="*/ 0 h 168"/>
              <a:gd name="T18" fmla="*/ 164 w 224"/>
              <a:gd name="T19" fmla="*/ 83 h 168"/>
              <a:gd name="T20" fmla="*/ 147 w 224"/>
              <a:gd name="T21" fmla="*/ 85 h 168"/>
              <a:gd name="T22" fmla="*/ 112 w 224"/>
              <a:gd name="T23" fmla="*/ 132 h 168"/>
              <a:gd name="T24" fmla="*/ 111 w 224"/>
              <a:gd name="T25" fmla="*/ 133 h 168"/>
              <a:gd name="T26" fmla="*/ 94 w 224"/>
              <a:gd name="T27" fmla="*/ 134 h 168"/>
              <a:gd name="T28" fmla="*/ 68 w 224"/>
              <a:gd name="T29" fmla="*/ 108 h 168"/>
              <a:gd name="T30" fmla="*/ 67 w 224"/>
              <a:gd name="T31" fmla="*/ 107 h 168"/>
              <a:gd name="T32" fmla="*/ 50 w 224"/>
              <a:gd name="T33" fmla="*/ 109 h 168"/>
              <a:gd name="T34" fmla="*/ 13 w 224"/>
              <a:gd name="T35" fmla="*/ 153 h 168"/>
              <a:gd name="T36" fmla="*/ 12 w 224"/>
              <a:gd name="T37" fmla="*/ 156 h 168"/>
              <a:gd name="T38" fmla="*/ 16 w 224"/>
              <a:gd name="T39" fmla="*/ 160 h 168"/>
              <a:gd name="T40" fmla="*/ 209 w 224"/>
              <a:gd name="T41" fmla="*/ 160 h 168"/>
              <a:gd name="T42" fmla="*/ 211 w 224"/>
              <a:gd name="T43" fmla="*/ 159 h 168"/>
              <a:gd name="T44" fmla="*/ 212 w 224"/>
              <a:gd name="T45" fmla="*/ 154 h 168"/>
              <a:gd name="T46" fmla="*/ 167 w 224"/>
              <a:gd name="T47" fmla="*/ 86 h 168"/>
              <a:gd name="T48" fmla="*/ 164 w 224"/>
              <a:gd name="T49" fmla="*/ 83 h 168"/>
              <a:gd name="T50" fmla="*/ 40 w 224"/>
              <a:gd name="T51" fmla="*/ 24 h 168"/>
              <a:gd name="T52" fmla="*/ 24 w 224"/>
              <a:gd name="T53" fmla="*/ 40 h 168"/>
              <a:gd name="T54" fmla="*/ 40 w 224"/>
              <a:gd name="T55" fmla="*/ 56 h 168"/>
              <a:gd name="T56" fmla="*/ 56 w 224"/>
              <a:gd name="T57" fmla="*/ 40 h 168"/>
              <a:gd name="T58" fmla="*/ 40 w 224"/>
              <a:gd name="T59" fmla="*/ 24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24" h="168">
                <a:moveTo>
                  <a:pt x="212" y="0"/>
                </a:moveTo>
                <a:cubicBezTo>
                  <a:pt x="219" y="0"/>
                  <a:pt x="224" y="5"/>
                  <a:pt x="224" y="12"/>
                </a:cubicBezTo>
                <a:cubicBezTo>
                  <a:pt x="224" y="156"/>
                  <a:pt x="224" y="156"/>
                  <a:pt x="224" y="156"/>
                </a:cubicBezTo>
                <a:cubicBezTo>
                  <a:pt x="224" y="163"/>
                  <a:pt x="219" y="168"/>
                  <a:pt x="212" y="168"/>
                </a:cubicBezTo>
                <a:cubicBezTo>
                  <a:pt x="12" y="168"/>
                  <a:pt x="12" y="168"/>
                  <a:pt x="12" y="168"/>
                </a:cubicBezTo>
                <a:cubicBezTo>
                  <a:pt x="5" y="168"/>
                  <a:pt x="0" y="163"/>
                  <a:pt x="0" y="15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lnTo>
                  <a:pt x="212" y="0"/>
                </a:lnTo>
                <a:close/>
                <a:moveTo>
                  <a:pt x="164" y="83"/>
                </a:moveTo>
                <a:cubicBezTo>
                  <a:pt x="159" y="79"/>
                  <a:pt x="151" y="80"/>
                  <a:pt x="147" y="85"/>
                </a:cubicBezTo>
                <a:cubicBezTo>
                  <a:pt x="112" y="132"/>
                  <a:pt x="112" y="132"/>
                  <a:pt x="112" y="132"/>
                </a:cubicBezTo>
                <a:cubicBezTo>
                  <a:pt x="112" y="133"/>
                  <a:pt x="111" y="133"/>
                  <a:pt x="111" y="133"/>
                </a:cubicBezTo>
                <a:cubicBezTo>
                  <a:pt x="106" y="138"/>
                  <a:pt x="99" y="138"/>
                  <a:pt x="94" y="134"/>
                </a:cubicBezTo>
                <a:cubicBezTo>
                  <a:pt x="68" y="108"/>
                  <a:pt x="68" y="108"/>
                  <a:pt x="68" y="108"/>
                </a:cubicBezTo>
                <a:cubicBezTo>
                  <a:pt x="67" y="107"/>
                  <a:pt x="67" y="107"/>
                  <a:pt x="67" y="107"/>
                </a:cubicBezTo>
                <a:cubicBezTo>
                  <a:pt x="62" y="103"/>
                  <a:pt x="54" y="104"/>
                  <a:pt x="50" y="109"/>
                </a:cubicBezTo>
                <a:cubicBezTo>
                  <a:pt x="13" y="153"/>
                  <a:pt x="13" y="153"/>
                  <a:pt x="13" y="153"/>
                </a:cubicBezTo>
                <a:cubicBezTo>
                  <a:pt x="13" y="154"/>
                  <a:pt x="12" y="155"/>
                  <a:pt x="12" y="156"/>
                </a:cubicBezTo>
                <a:cubicBezTo>
                  <a:pt x="12" y="158"/>
                  <a:pt x="14" y="160"/>
                  <a:pt x="16" y="160"/>
                </a:cubicBezTo>
                <a:cubicBezTo>
                  <a:pt x="209" y="160"/>
                  <a:pt x="209" y="160"/>
                  <a:pt x="209" y="160"/>
                </a:cubicBezTo>
                <a:cubicBezTo>
                  <a:pt x="209" y="160"/>
                  <a:pt x="210" y="160"/>
                  <a:pt x="211" y="159"/>
                </a:cubicBezTo>
                <a:cubicBezTo>
                  <a:pt x="213" y="158"/>
                  <a:pt x="213" y="156"/>
                  <a:pt x="212" y="154"/>
                </a:cubicBezTo>
                <a:cubicBezTo>
                  <a:pt x="167" y="86"/>
                  <a:pt x="167" y="86"/>
                  <a:pt x="167" y="86"/>
                </a:cubicBezTo>
                <a:cubicBezTo>
                  <a:pt x="166" y="85"/>
                  <a:pt x="165" y="84"/>
                  <a:pt x="164" y="83"/>
                </a:cubicBezTo>
                <a:close/>
                <a:moveTo>
                  <a:pt x="40" y="24"/>
                </a:moveTo>
                <a:cubicBezTo>
                  <a:pt x="31" y="24"/>
                  <a:pt x="24" y="31"/>
                  <a:pt x="24" y="40"/>
                </a:cubicBezTo>
                <a:cubicBezTo>
                  <a:pt x="24" y="49"/>
                  <a:pt x="31" y="56"/>
                  <a:pt x="40" y="56"/>
                </a:cubicBezTo>
                <a:cubicBezTo>
                  <a:pt x="49" y="56"/>
                  <a:pt x="56" y="49"/>
                  <a:pt x="56" y="40"/>
                </a:cubicBezTo>
                <a:cubicBezTo>
                  <a:pt x="56" y="31"/>
                  <a:pt x="49" y="24"/>
                  <a:pt x="40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29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关键实现</a:t>
              </a:r>
            </a:p>
          </p:txBody>
        </p:sp>
        <p:sp>
          <p:nvSpPr>
            <p:cNvPr id="31" name="椭圆 30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07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FBBDC68-765F-0BF6-E416-BCC79AC756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92" y="4784850"/>
            <a:ext cx="6083613" cy="9334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B8B94A-E89D-EE85-691A-2EA2059C3D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318" y="3434849"/>
            <a:ext cx="5486682" cy="723937"/>
          </a:xfrm>
          <a:prstGeom prst="rect">
            <a:avLst/>
          </a:prstGeom>
        </p:spPr>
      </p:pic>
      <p:sp>
        <p:nvSpPr>
          <p:cNvPr id="69" name="iṧlïďè"/>
          <p:cNvSpPr/>
          <p:nvPr/>
        </p:nvSpPr>
        <p:spPr>
          <a:xfrm>
            <a:off x="6302523" y="2808785"/>
            <a:ext cx="485997" cy="485996"/>
          </a:xfrm>
          <a:prstGeom prst="ellipse">
            <a:avLst/>
          </a:prstGeom>
          <a:solidFill>
            <a:schemeClr val="dk1">
              <a:lumMod val="100000"/>
            </a:schemeClr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92500" lnSpcReduction="10000"/>
          </a:bodyPr>
          <a:lstStyle/>
          <a:p>
            <a:pPr algn="ctr" defTabSz="913765">
              <a:lnSpc>
                <a:spcPct val="125000"/>
              </a:lnSpc>
            </a:pPr>
            <a:r>
              <a:rPr lang="en-US" altLang="zh-CN" sz="16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ŝ1îḑé">
          <a:extLst>
            <a:ext uri="{FF2B5EF4-FFF2-40B4-BE49-F238E27FC236}">
              <a16:creationId xmlns:a16="http://schemas.microsoft.com/office/drawing/2014/main" id="{D45EE681-ED76-5159-6CD6-F589DFA4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ṡḷîdé">
            <a:extLst>
              <a:ext uri="{FF2B5EF4-FFF2-40B4-BE49-F238E27FC236}">
                <a16:creationId xmlns:a16="http://schemas.microsoft.com/office/drawing/2014/main" id="{F5282445-6416-E962-398B-A49C4A01EE92}"/>
              </a:ext>
            </a:extLst>
          </p:cNvPr>
          <p:cNvSpPr/>
          <p:nvPr/>
        </p:nvSpPr>
        <p:spPr>
          <a:xfrm>
            <a:off x="1067592" y="1266283"/>
            <a:ext cx="485997" cy="485996"/>
          </a:xfrm>
          <a:prstGeom prst="ellipse">
            <a:avLst/>
          </a:prstGeom>
          <a:solidFill>
            <a:schemeClr val="dk1">
              <a:lumMod val="100000"/>
            </a:schemeClr>
          </a:solidFill>
          <a:ln w="381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92500" lnSpcReduction="10000"/>
          </a:bodyPr>
          <a:lstStyle/>
          <a:p>
            <a:pPr algn="ctr" defTabSz="913765">
              <a:lnSpc>
                <a:spcPct val="125000"/>
              </a:lnSpc>
            </a:pPr>
            <a:r>
              <a:rPr lang="en-US" altLang="zh-CN" sz="16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íşľïḋe">
            <a:extLst>
              <a:ext uri="{FF2B5EF4-FFF2-40B4-BE49-F238E27FC236}">
                <a16:creationId xmlns:a16="http://schemas.microsoft.com/office/drawing/2014/main" id="{7DB57CF2-B319-F5BF-A76B-A07A92EEDA8E}"/>
              </a:ext>
            </a:extLst>
          </p:cNvPr>
          <p:cNvSpPr txBox="1"/>
          <p:nvPr/>
        </p:nvSpPr>
        <p:spPr bwMode="auto">
          <a:xfrm>
            <a:off x="1757302" y="1258565"/>
            <a:ext cx="1470739" cy="493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/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对局结果导出</a:t>
            </a:r>
          </a:p>
        </p:txBody>
      </p:sp>
      <p:cxnSp>
        <p:nvCxnSpPr>
          <p:cNvPr id="36" name="iṩḻíḍé">
            <a:extLst>
              <a:ext uri="{FF2B5EF4-FFF2-40B4-BE49-F238E27FC236}">
                <a16:creationId xmlns:a16="http://schemas.microsoft.com/office/drawing/2014/main" id="{E1A38C02-6F30-921B-D7AD-A7E2EF107E22}"/>
              </a:ext>
            </a:extLst>
          </p:cNvPr>
          <p:cNvCxnSpPr/>
          <p:nvPr/>
        </p:nvCxnSpPr>
        <p:spPr>
          <a:xfrm>
            <a:off x="6165850" y="1291118"/>
            <a:ext cx="0" cy="461193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ïsḷîdé">
            <a:extLst>
              <a:ext uri="{FF2B5EF4-FFF2-40B4-BE49-F238E27FC236}">
                <a16:creationId xmlns:a16="http://schemas.microsoft.com/office/drawing/2014/main" id="{8E86B3DA-2389-6C43-A1DB-6287BC287953}"/>
              </a:ext>
            </a:extLst>
          </p:cNvPr>
          <p:cNvSpPr>
            <a:spLocks noChangeAspect="1"/>
          </p:cNvSpPr>
          <p:nvPr/>
        </p:nvSpPr>
        <p:spPr bwMode="auto">
          <a:xfrm>
            <a:off x="909777" y="5251599"/>
            <a:ext cx="457665" cy="346481"/>
          </a:xfrm>
          <a:custGeom>
            <a:avLst/>
            <a:gdLst>
              <a:gd name="T0" fmla="*/ 212 w 224"/>
              <a:gd name="T1" fmla="*/ 0 h 168"/>
              <a:gd name="T2" fmla="*/ 224 w 224"/>
              <a:gd name="T3" fmla="*/ 12 h 168"/>
              <a:gd name="T4" fmla="*/ 224 w 224"/>
              <a:gd name="T5" fmla="*/ 156 h 168"/>
              <a:gd name="T6" fmla="*/ 212 w 224"/>
              <a:gd name="T7" fmla="*/ 168 h 168"/>
              <a:gd name="T8" fmla="*/ 12 w 224"/>
              <a:gd name="T9" fmla="*/ 168 h 168"/>
              <a:gd name="T10" fmla="*/ 0 w 224"/>
              <a:gd name="T11" fmla="*/ 156 h 168"/>
              <a:gd name="T12" fmla="*/ 0 w 224"/>
              <a:gd name="T13" fmla="*/ 12 h 168"/>
              <a:gd name="T14" fmla="*/ 12 w 224"/>
              <a:gd name="T15" fmla="*/ 0 h 168"/>
              <a:gd name="T16" fmla="*/ 212 w 224"/>
              <a:gd name="T17" fmla="*/ 0 h 168"/>
              <a:gd name="T18" fmla="*/ 164 w 224"/>
              <a:gd name="T19" fmla="*/ 83 h 168"/>
              <a:gd name="T20" fmla="*/ 147 w 224"/>
              <a:gd name="T21" fmla="*/ 85 h 168"/>
              <a:gd name="T22" fmla="*/ 112 w 224"/>
              <a:gd name="T23" fmla="*/ 132 h 168"/>
              <a:gd name="T24" fmla="*/ 111 w 224"/>
              <a:gd name="T25" fmla="*/ 133 h 168"/>
              <a:gd name="T26" fmla="*/ 94 w 224"/>
              <a:gd name="T27" fmla="*/ 134 h 168"/>
              <a:gd name="T28" fmla="*/ 68 w 224"/>
              <a:gd name="T29" fmla="*/ 108 h 168"/>
              <a:gd name="T30" fmla="*/ 67 w 224"/>
              <a:gd name="T31" fmla="*/ 107 h 168"/>
              <a:gd name="T32" fmla="*/ 50 w 224"/>
              <a:gd name="T33" fmla="*/ 109 h 168"/>
              <a:gd name="T34" fmla="*/ 13 w 224"/>
              <a:gd name="T35" fmla="*/ 153 h 168"/>
              <a:gd name="T36" fmla="*/ 12 w 224"/>
              <a:gd name="T37" fmla="*/ 156 h 168"/>
              <a:gd name="T38" fmla="*/ 16 w 224"/>
              <a:gd name="T39" fmla="*/ 160 h 168"/>
              <a:gd name="T40" fmla="*/ 209 w 224"/>
              <a:gd name="T41" fmla="*/ 160 h 168"/>
              <a:gd name="T42" fmla="*/ 211 w 224"/>
              <a:gd name="T43" fmla="*/ 159 h 168"/>
              <a:gd name="T44" fmla="*/ 212 w 224"/>
              <a:gd name="T45" fmla="*/ 154 h 168"/>
              <a:gd name="T46" fmla="*/ 167 w 224"/>
              <a:gd name="T47" fmla="*/ 86 h 168"/>
              <a:gd name="T48" fmla="*/ 164 w 224"/>
              <a:gd name="T49" fmla="*/ 83 h 168"/>
              <a:gd name="T50" fmla="*/ 40 w 224"/>
              <a:gd name="T51" fmla="*/ 24 h 168"/>
              <a:gd name="T52" fmla="*/ 24 w 224"/>
              <a:gd name="T53" fmla="*/ 40 h 168"/>
              <a:gd name="T54" fmla="*/ 40 w 224"/>
              <a:gd name="T55" fmla="*/ 56 h 168"/>
              <a:gd name="T56" fmla="*/ 56 w 224"/>
              <a:gd name="T57" fmla="*/ 40 h 168"/>
              <a:gd name="T58" fmla="*/ 40 w 224"/>
              <a:gd name="T59" fmla="*/ 24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24" h="168">
                <a:moveTo>
                  <a:pt x="212" y="0"/>
                </a:moveTo>
                <a:cubicBezTo>
                  <a:pt x="219" y="0"/>
                  <a:pt x="224" y="5"/>
                  <a:pt x="224" y="12"/>
                </a:cubicBezTo>
                <a:cubicBezTo>
                  <a:pt x="224" y="156"/>
                  <a:pt x="224" y="156"/>
                  <a:pt x="224" y="156"/>
                </a:cubicBezTo>
                <a:cubicBezTo>
                  <a:pt x="224" y="163"/>
                  <a:pt x="219" y="168"/>
                  <a:pt x="212" y="168"/>
                </a:cubicBezTo>
                <a:cubicBezTo>
                  <a:pt x="12" y="168"/>
                  <a:pt x="12" y="168"/>
                  <a:pt x="12" y="168"/>
                </a:cubicBezTo>
                <a:cubicBezTo>
                  <a:pt x="5" y="168"/>
                  <a:pt x="0" y="163"/>
                  <a:pt x="0" y="15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lnTo>
                  <a:pt x="212" y="0"/>
                </a:lnTo>
                <a:close/>
                <a:moveTo>
                  <a:pt x="164" y="83"/>
                </a:moveTo>
                <a:cubicBezTo>
                  <a:pt x="159" y="79"/>
                  <a:pt x="151" y="80"/>
                  <a:pt x="147" y="85"/>
                </a:cubicBezTo>
                <a:cubicBezTo>
                  <a:pt x="112" y="132"/>
                  <a:pt x="112" y="132"/>
                  <a:pt x="112" y="132"/>
                </a:cubicBezTo>
                <a:cubicBezTo>
                  <a:pt x="112" y="133"/>
                  <a:pt x="111" y="133"/>
                  <a:pt x="111" y="133"/>
                </a:cubicBezTo>
                <a:cubicBezTo>
                  <a:pt x="106" y="138"/>
                  <a:pt x="99" y="138"/>
                  <a:pt x="94" y="134"/>
                </a:cubicBezTo>
                <a:cubicBezTo>
                  <a:pt x="68" y="108"/>
                  <a:pt x="68" y="108"/>
                  <a:pt x="68" y="108"/>
                </a:cubicBezTo>
                <a:cubicBezTo>
                  <a:pt x="67" y="107"/>
                  <a:pt x="67" y="107"/>
                  <a:pt x="67" y="107"/>
                </a:cubicBezTo>
                <a:cubicBezTo>
                  <a:pt x="62" y="103"/>
                  <a:pt x="54" y="104"/>
                  <a:pt x="50" y="109"/>
                </a:cubicBezTo>
                <a:cubicBezTo>
                  <a:pt x="13" y="153"/>
                  <a:pt x="13" y="153"/>
                  <a:pt x="13" y="153"/>
                </a:cubicBezTo>
                <a:cubicBezTo>
                  <a:pt x="13" y="154"/>
                  <a:pt x="12" y="155"/>
                  <a:pt x="12" y="156"/>
                </a:cubicBezTo>
                <a:cubicBezTo>
                  <a:pt x="12" y="158"/>
                  <a:pt x="14" y="160"/>
                  <a:pt x="16" y="160"/>
                </a:cubicBezTo>
                <a:cubicBezTo>
                  <a:pt x="209" y="160"/>
                  <a:pt x="209" y="160"/>
                  <a:pt x="209" y="160"/>
                </a:cubicBezTo>
                <a:cubicBezTo>
                  <a:pt x="209" y="160"/>
                  <a:pt x="210" y="160"/>
                  <a:pt x="211" y="159"/>
                </a:cubicBezTo>
                <a:cubicBezTo>
                  <a:pt x="213" y="158"/>
                  <a:pt x="213" y="156"/>
                  <a:pt x="212" y="154"/>
                </a:cubicBezTo>
                <a:cubicBezTo>
                  <a:pt x="167" y="86"/>
                  <a:pt x="167" y="86"/>
                  <a:pt x="167" y="86"/>
                </a:cubicBezTo>
                <a:cubicBezTo>
                  <a:pt x="166" y="85"/>
                  <a:pt x="165" y="84"/>
                  <a:pt x="164" y="83"/>
                </a:cubicBezTo>
                <a:close/>
                <a:moveTo>
                  <a:pt x="40" y="24"/>
                </a:moveTo>
                <a:cubicBezTo>
                  <a:pt x="31" y="24"/>
                  <a:pt x="24" y="31"/>
                  <a:pt x="24" y="40"/>
                </a:cubicBezTo>
                <a:cubicBezTo>
                  <a:pt x="24" y="49"/>
                  <a:pt x="31" y="56"/>
                  <a:pt x="40" y="56"/>
                </a:cubicBezTo>
                <a:cubicBezTo>
                  <a:pt x="49" y="56"/>
                  <a:pt x="56" y="49"/>
                  <a:pt x="56" y="40"/>
                </a:cubicBezTo>
                <a:cubicBezTo>
                  <a:pt x="56" y="31"/>
                  <a:pt x="49" y="24"/>
                  <a:pt x="40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AD4994C-D511-9156-F67C-7D7133D5AA68}"/>
              </a:ext>
            </a:extLst>
          </p:cNvPr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29" name="TextBox 55">
              <a:extLst>
                <a:ext uri="{FF2B5EF4-FFF2-40B4-BE49-F238E27FC236}">
                  <a16:creationId xmlns:a16="http://schemas.microsoft.com/office/drawing/2014/main" id="{9AD56707-239F-881A-15DA-E06AF5617AB9}"/>
                </a:ext>
              </a:extLst>
            </p:cNvPr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关键实现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2ECACDB-0F2C-099B-617C-D5431FFE6E09}"/>
                </a:ext>
              </a:extLst>
            </p:cNvPr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07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ACC571B3-FCB6-DC20-F5C3-E61E8A547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8" y="2164364"/>
            <a:ext cx="5621068" cy="8521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62F271D-3D5C-2C9D-372F-26546D47D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908" y="3429000"/>
            <a:ext cx="2737390" cy="15377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81EC57-CC46-89D4-4125-49ECB56817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5850" y="3343835"/>
            <a:ext cx="5116370" cy="306669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42241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B69C-87C5-495F-D4A3-426A733C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D23A64-BE83-29C6-4C66-4FA049A9B759}"/>
              </a:ext>
            </a:extLst>
          </p:cNvPr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44" name="TextBox 55">
              <a:extLst>
                <a:ext uri="{FF2B5EF4-FFF2-40B4-BE49-F238E27FC236}">
                  <a16:creationId xmlns:a16="http://schemas.microsoft.com/office/drawing/2014/main" id="{01752FA0-6CF6-F24E-B403-5E49BE69B32B}"/>
                </a:ext>
              </a:extLst>
            </p:cNvPr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资源管理</a:t>
              </a: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9429B8D-FD6C-F5CA-C977-ED2D78F7B9CF}"/>
                </a:ext>
              </a:extLst>
            </p:cNvPr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08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96761DD-F986-2742-188C-6BDCF6660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29743"/>
              </p:ext>
            </p:extLst>
          </p:nvPr>
        </p:nvGraphicFramePr>
        <p:xfrm>
          <a:off x="1665225" y="1293282"/>
          <a:ext cx="8247125" cy="473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327">
                  <a:extLst>
                    <a:ext uri="{9D8B030D-6E8A-4147-A177-3AD203B41FA5}">
                      <a16:colId xmlns:a16="http://schemas.microsoft.com/office/drawing/2014/main" val="687383840"/>
                    </a:ext>
                  </a:extLst>
                </a:gridCol>
                <a:gridCol w="4208648">
                  <a:extLst>
                    <a:ext uri="{9D8B030D-6E8A-4147-A177-3AD203B41FA5}">
                      <a16:colId xmlns:a16="http://schemas.microsoft.com/office/drawing/2014/main" val="2167297057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3128220436"/>
                    </a:ext>
                  </a:extLst>
                </a:gridCol>
              </a:tblGrid>
              <a:tr h="1184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资源类型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说明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61562"/>
                  </a:ext>
                </a:extLst>
              </a:tr>
              <a:tr h="1184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菜单按钮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Resource/images/btn_more.png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折叠菜单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939973"/>
                  </a:ext>
                </a:extLst>
              </a:tr>
              <a:tr h="1184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棋子图标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Resource/images/black.png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黑棋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07692"/>
                  </a:ext>
                </a:extLst>
              </a:tr>
              <a:tr h="1184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对局结果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Resource/records/filename.txt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602570"/>
                  </a:ext>
                </a:extLst>
              </a:tr>
            </a:tbl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19143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199289" y="258436"/>
            <a:ext cx="3214471" cy="627100"/>
            <a:chOff x="363500" y="173190"/>
            <a:chExt cx="3214471" cy="627100"/>
          </a:xfrm>
        </p:grpSpPr>
        <p:sp>
          <p:nvSpPr>
            <p:cNvPr id="50" name="TextBox 55"/>
            <p:cNvSpPr txBox="1"/>
            <p:nvPr/>
          </p:nvSpPr>
          <p:spPr>
            <a:xfrm>
              <a:off x="1053110" y="223027"/>
              <a:ext cx="2524861" cy="438572"/>
            </a:xfrm>
            <a:prstGeom prst="rect">
              <a:avLst/>
            </a:prstGeom>
            <a:noFill/>
          </p:spPr>
          <p:txBody>
            <a:bodyPr wrap="square" lIns="68571" tIns="34285" rIns="68571" bIns="34285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总结</a:t>
              </a:r>
            </a:p>
          </p:txBody>
        </p:sp>
        <p:sp>
          <p:nvSpPr>
            <p:cNvPr id="52" name="椭圆 51"/>
            <p:cNvSpPr/>
            <p:nvPr/>
          </p:nvSpPr>
          <p:spPr>
            <a:xfrm>
              <a:off x="363500" y="173190"/>
              <a:ext cx="627100" cy="6271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09</a:t>
              </a:r>
              <a:endPara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572A14-F0BD-3A7B-9AC3-18AF6AC3C79E}"/>
              </a:ext>
            </a:extLst>
          </p:cNvPr>
          <p:cNvSpPr txBox="1"/>
          <p:nvPr/>
        </p:nvSpPr>
        <p:spPr>
          <a:xfrm>
            <a:off x="316704" y="917416"/>
            <a:ext cx="42862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本设计实现了经典五子棋的核心玩法，通过模块化设计分离业务逻辑与界面渲染，采用策略模式实现</a:t>
            </a:r>
            <a:r>
              <a:rPr lang="en-US" altLang="zh-CN" dirty="0"/>
              <a:t>AI</a:t>
            </a:r>
            <a:r>
              <a:rPr lang="zh-CN" altLang="en-US" dirty="0"/>
              <a:t>决策系统。关键创新点包括动态评分机制和状态机驱动的游戏流程控制，为后续扩展网络对战和高级</a:t>
            </a:r>
            <a:r>
              <a:rPr lang="en-US" altLang="zh-CN" dirty="0"/>
              <a:t>AI</a:t>
            </a:r>
            <a:r>
              <a:rPr lang="zh-CN" altLang="en-US" dirty="0"/>
              <a:t>功能奠定基础。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范一鸣的心得：在这次团队合作的过程中我意识到，在着手一个工程时，首先应与团队成员协商规划整个程序的框架，完成类的定义及可能的接口的设计。这样更有利于团队开发，有利于后续的合作。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徐如意的心得：在项目合作初期，一定要充分的对项目进程进行分析，对项目进行规划，了解好每一模块所需要的资源等，避免在后期浪费太多时间。其次，在项目合作中，交流是加速的重要手段，小组成员间关于项目的交流可以很快的加速项目进程，减缓个人压力与进程压力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3FA2CD-4D9D-0BE0-B385-B326A2705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89" y="1231753"/>
            <a:ext cx="7213835" cy="45086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4" y="0"/>
            <a:ext cx="12190111" cy="6858000"/>
          </a:xfrm>
          <a:prstGeom prst="rect">
            <a:avLst/>
          </a:prstGeom>
          <a:gradFill>
            <a:gsLst>
              <a:gs pos="77000">
                <a:schemeClr val="accent2">
                  <a:alpha val="0"/>
                </a:schemeClr>
              </a:gs>
              <a:gs pos="77000">
                <a:schemeClr val="accent2"/>
              </a:gs>
            </a:gsLst>
            <a:lin ang="0" scaled="1"/>
          </a:gradFill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6884324"/>
          </a:xfrm>
          <a:prstGeom prst="rect">
            <a:avLst/>
          </a:prstGeom>
          <a:gradFill>
            <a:gsLst>
              <a:gs pos="76000">
                <a:schemeClr val="bg1">
                  <a:alpha val="0"/>
                </a:schemeClr>
              </a:gs>
              <a:gs pos="63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chemeClr val="accent2">
                    <a:alpha val="0"/>
                  </a:schemeClr>
                </a:gs>
                <a:gs pos="77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5457" y="2586562"/>
            <a:ext cx="75635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思源黑体" panose="020B0500000000000000" pitchFamily="34" charset="-122"/>
              </a:rPr>
              <a:t>谢谢聆听！</a:t>
            </a:r>
          </a:p>
        </p:txBody>
      </p:sp>
      <p:sp>
        <p:nvSpPr>
          <p:cNvPr id="6" name="任意多边形: 形状 17"/>
          <p:cNvSpPr/>
          <p:nvPr/>
        </p:nvSpPr>
        <p:spPr>
          <a:xfrm>
            <a:off x="5854700" y="0"/>
            <a:ext cx="63373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100000"/>
                </a:schemeClr>
              </a:gs>
              <a:gs pos="71000">
                <a:schemeClr val="dk1">
                  <a:lumMod val="100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iconfont-11208-5297042"/>
          <p:cNvSpPr/>
          <p:nvPr/>
        </p:nvSpPr>
        <p:spPr>
          <a:xfrm>
            <a:off x="240665" y="328295"/>
            <a:ext cx="546735" cy="36449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dk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直角三角形 20"/>
          <p:cNvSpPr/>
          <p:nvPr/>
        </p:nvSpPr>
        <p:spPr>
          <a:xfrm rot="5400000" flipH="1" flipV="1">
            <a:off x="1712342" y="-1400400"/>
            <a:ext cx="6821630" cy="9747817"/>
          </a:xfrm>
          <a:prstGeom prst="rtTriangle">
            <a:avLst/>
          </a:prstGeom>
          <a:gradFill>
            <a:gsLst>
              <a:gs pos="4300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  <a:alpha val="4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7878008" y="4267893"/>
            <a:ext cx="3923593" cy="2783672"/>
            <a:chOff x="4659892" y="3664499"/>
            <a:chExt cx="3923593" cy="2783672"/>
          </a:xfrm>
          <a:solidFill>
            <a:schemeClr val="lt1">
              <a:alpha val="14000"/>
            </a:schemeClr>
          </a:solidFill>
        </p:grpSpPr>
        <p:sp>
          <p:nvSpPr>
            <p:cNvPr id="22" name="íṥḷíďe"/>
            <p:cNvSpPr/>
            <p:nvPr/>
          </p:nvSpPr>
          <p:spPr bwMode="auto">
            <a:xfrm>
              <a:off x="4659892" y="3664499"/>
              <a:ext cx="2119058" cy="2783672"/>
            </a:xfrm>
            <a:custGeom>
              <a:avLst/>
              <a:gdLst>
                <a:gd name="T0" fmla="*/ 28 w 321"/>
                <a:gd name="T1" fmla="*/ 93 h 333"/>
                <a:gd name="T2" fmla="*/ 99 w 321"/>
                <a:gd name="T3" fmla="*/ 68 h 333"/>
                <a:gd name="T4" fmla="*/ 108 w 321"/>
                <a:gd name="T5" fmla="*/ 34 h 333"/>
                <a:gd name="T6" fmla="*/ 298 w 321"/>
                <a:gd name="T7" fmla="*/ 303 h 333"/>
                <a:gd name="T8" fmla="*/ 0 w 321"/>
                <a:gd name="T9" fmla="*/ 333 h 333"/>
                <a:gd name="T10" fmla="*/ 181 w 321"/>
                <a:gd name="T11" fmla="*/ 68 h 333"/>
                <a:gd name="T12" fmla="*/ 193 w 321"/>
                <a:gd name="T13" fmla="*/ 50 h 333"/>
                <a:gd name="T14" fmla="*/ 181 w 321"/>
                <a:gd name="T15" fmla="*/ 92 h 333"/>
                <a:gd name="T16" fmla="*/ 193 w 321"/>
                <a:gd name="T17" fmla="*/ 106 h 333"/>
                <a:gd name="T18" fmla="*/ 181 w 321"/>
                <a:gd name="T19" fmla="*/ 92 h 333"/>
                <a:gd name="T20" fmla="*/ 187 w 321"/>
                <a:gd name="T21" fmla="*/ 87 h 333"/>
                <a:gd name="T22" fmla="*/ 187 w 321"/>
                <a:gd name="T23" fmla="*/ 71 h 333"/>
                <a:gd name="T24" fmla="*/ 205 w 321"/>
                <a:gd name="T25" fmla="*/ 64 h 333"/>
                <a:gd name="T26" fmla="*/ 217 w 321"/>
                <a:gd name="T27" fmla="*/ 46 h 333"/>
                <a:gd name="T28" fmla="*/ 205 w 321"/>
                <a:gd name="T29" fmla="*/ 89 h 333"/>
                <a:gd name="T30" fmla="*/ 217 w 321"/>
                <a:gd name="T31" fmla="*/ 103 h 333"/>
                <a:gd name="T32" fmla="*/ 205 w 321"/>
                <a:gd name="T33" fmla="*/ 89 h 333"/>
                <a:gd name="T34" fmla="*/ 211 w 321"/>
                <a:gd name="T35" fmla="*/ 83 h 333"/>
                <a:gd name="T36" fmla="*/ 211 w 321"/>
                <a:gd name="T37" fmla="*/ 67 h 333"/>
                <a:gd name="T38" fmla="*/ 57 w 321"/>
                <a:gd name="T39" fmla="*/ 127 h 333"/>
                <a:gd name="T40" fmla="*/ 69 w 321"/>
                <a:gd name="T41" fmla="*/ 109 h 333"/>
                <a:gd name="T42" fmla="*/ 57 w 321"/>
                <a:gd name="T43" fmla="*/ 190 h 333"/>
                <a:gd name="T44" fmla="*/ 69 w 321"/>
                <a:gd name="T45" fmla="*/ 205 h 333"/>
                <a:gd name="T46" fmla="*/ 57 w 321"/>
                <a:gd name="T47" fmla="*/ 190 h 333"/>
                <a:gd name="T48" fmla="*/ 63 w 321"/>
                <a:gd name="T49" fmla="*/ 185 h 333"/>
                <a:gd name="T50" fmla="*/ 63 w 321"/>
                <a:gd name="T51" fmla="*/ 169 h 333"/>
                <a:gd name="T52" fmla="*/ 57 w 321"/>
                <a:gd name="T53" fmla="*/ 166 h 333"/>
                <a:gd name="T54" fmla="*/ 69 w 321"/>
                <a:gd name="T55" fmla="*/ 149 h 333"/>
                <a:gd name="T56" fmla="*/ 57 w 321"/>
                <a:gd name="T57" fmla="*/ 131 h 333"/>
                <a:gd name="T58" fmla="*/ 69 w 321"/>
                <a:gd name="T59" fmla="*/ 144 h 333"/>
                <a:gd name="T60" fmla="*/ 57 w 321"/>
                <a:gd name="T61" fmla="*/ 131 h 333"/>
                <a:gd name="T62" fmla="*/ 145 w 321"/>
                <a:gd name="T63" fmla="*/ 184 h 333"/>
                <a:gd name="T64" fmla="*/ 145 w 321"/>
                <a:gd name="T65" fmla="*/ 162 h 333"/>
                <a:gd name="T66" fmla="*/ 137 w 321"/>
                <a:gd name="T67" fmla="*/ 294 h 333"/>
                <a:gd name="T68" fmla="*/ 154 w 321"/>
                <a:gd name="T69" fmla="*/ 272 h 333"/>
                <a:gd name="T70" fmla="*/ 137 w 321"/>
                <a:gd name="T71" fmla="*/ 245 h 333"/>
                <a:gd name="T72" fmla="*/ 154 w 321"/>
                <a:gd name="T73" fmla="*/ 265 h 333"/>
                <a:gd name="T74" fmla="*/ 137 w 321"/>
                <a:gd name="T75" fmla="*/ 245 h 333"/>
                <a:gd name="T76" fmla="*/ 145 w 321"/>
                <a:gd name="T77" fmla="*/ 239 h 333"/>
                <a:gd name="T78" fmla="*/ 145 w 321"/>
                <a:gd name="T79" fmla="*/ 217 h 333"/>
                <a:gd name="T80" fmla="*/ 137 w 321"/>
                <a:gd name="T81" fmla="*/ 212 h 333"/>
                <a:gd name="T82" fmla="*/ 154 w 321"/>
                <a:gd name="T83" fmla="*/ 188 h 333"/>
                <a:gd name="T84" fmla="*/ 111 w 321"/>
                <a:gd name="T85" fmla="*/ 169 h 333"/>
                <a:gd name="T86" fmla="*/ 127 w 321"/>
                <a:gd name="T87" fmla="*/ 186 h 333"/>
                <a:gd name="T88" fmla="*/ 111 w 321"/>
                <a:gd name="T89" fmla="*/ 169 h 333"/>
                <a:gd name="T90" fmla="*/ 119 w 321"/>
                <a:gd name="T91" fmla="*/ 294 h 333"/>
                <a:gd name="T92" fmla="*/ 119 w 321"/>
                <a:gd name="T93" fmla="*/ 273 h 333"/>
                <a:gd name="T94" fmla="*/ 111 w 321"/>
                <a:gd name="T95" fmla="*/ 267 h 333"/>
                <a:gd name="T96" fmla="*/ 127 w 321"/>
                <a:gd name="T97" fmla="*/ 246 h 333"/>
                <a:gd name="T98" fmla="*/ 111 w 321"/>
                <a:gd name="T99" fmla="*/ 221 h 333"/>
                <a:gd name="T100" fmla="*/ 127 w 321"/>
                <a:gd name="T101" fmla="*/ 240 h 333"/>
                <a:gd name="T102" fmla="*/ 111 w 321"/>
                <a:gd name="T103" fmla="*/ 221 h 333"/>
                <a:gd name="T104" fmla="*/ 119 w 321"/>
                <a:gd name="T105" fmla="*/ 214 h 333"/>
                <a:gd name="T106" fmla="*/ 119 w 321"/>
                <a:gd name="T107" fmla="*/ 193 h 333"/>
                <a:gd name="T108" fmla="*/ 127 w 321"/>
                <a:gd name="T109" fmla="*/ 62 h 333"/>
                <a:gd name="T110" fmla="*/ 171 w 321"/>
                <a:gd name="T111" fmla="*/ 117 h 333"/>
                <a:gd name="T112" fmla="*/ 224 w 321"/>
                <a:gd name="T113" fmla="*/ 134 h 333"/>
                <a:gd name="T114" fmla="*/ 239 w 321"/>
                <a:gd name="T115" fmla="*/ 28 h 333"/>
                <a:gd name="T116" fmla="*/ 51 w 321"/>
                <a:gd name="T117" fmla="*/ 303 h 333"/>
                <a:gd name="T118" fmla="*/ 118 w 321"/>
                <a:gd name="T119" fmla="*/ 129 h 333"/>
                <a:gd name="T120" fmla="*/ 51 w 321"/>
                <a:gd name="T121" fmla="*/ 303 h 333"/>
                <a:gd name="T122" fmla="*/ 166 w 321"/>
                <a:gd name="T123" fmla="*/ 142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1" h="333">
                  <a:moveTo>
                    <a:pt x="0" y="303"/>
                  </a:moveTo>
                  <a:cubicBezTo>
                    <a:pt x="28" y="303"/>
                    <a:pt x="28" y="303"/>
                    <a:pt x="28" y="303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03"/>
                    <a:pt x="298" y="303"/>
                    <a:pt x="298" y="303"/>
                  </a:cubicBezTo>
                  <a:cubicBezTo>
                    <a:pt x="321" y="303"/>
                    <a:pt x="321" y="303"/>
                    <a:pt x="321" y="303"/>
                  </a:cubicBezTo>
                  <a:cubicBezTo>
                    <a:pt x="321" y="333"/>
                    <a:pt x="321" y="333"/>
                    <a:pt x="321" y="333"/>
                  </a:cubicBezTo>
                  <a:cubicBezTo>
                    <a:pt x="0" y="333"/>
                    <a:pt x="0" y="333"/>
                    <a:pt x="0" y="333"/>
                  </a:cubicBezTo>
                  <a:cubicBezTo>
                    <a:pt x="0" y="303"/>
                    <a:pt x="0" y="303"/>
                    <a:pt x="0" y="303"/>
                  </a:cubicBezTo>
                  <a:close/>
                  <a:moveTo>
                    <a:pt x="181" y="53"/>
                  </a:moveTo>
                  <a:cubicBezTo>
                    <a:pt x="181" y="58"/>
                    <a:pt x="181" y="63"/>
                    <a:pt x="181" y="68"/>
                  </a:cubicBezTo>
                  <a:cubicBezTo>
                    <a:pt x="183" y="68"/>
                    <a:pt x="185" y="67"/>
                    <a:pt x="187" y="67"/>
                  </a:cubicBezTo>
                  <a:cubicBezTo>
                    <a:pt x="189" y="67"/>
                    <a:pt x="191" y="66"/>
                    <a:pt x="193" y="66"/>
                  </a:cubicBezTo>
                  <a:cubicBezTo>
                    <a:pt x="193" y="61"/>
                    <a:pt x="193" y="55"/>
                    <a:pt x="193" y="50"/>
                  </a:cubicBezTo>
                  <a:cubicBezTo>
                    <a:pt x="191" y="51"/>
                    <a:pt x="189" y="51"/>
                    <a:pt x="187" y="52"/>
                  </a:cubicBezTo>
                  <a:cubicBezTo>
                    <a:pt x="185" y="52"/>
                    <a:pt x="183" y="53"/>
                    <a:pt x="181" y="53"/>
                  </a:cubicBezTo>
                  <a:close/>
                  <a:moveTo>
                    <a:pt x="181" y="92"/>
                  </a:moveTo>
                  <a:cubicBezTo>
                    <a:pt x="181" y="97"/>
                    <a:pt x="181" y="102"/>
                    <a:pt x="181" y="107"/>
                  </a:cubicBezTo>
                  <a:cubicBezTo>
                    <a:pt x="183" y="107"/>
                    <a:pt x="185" y="107"/>
                    <a:pt x="187" y="106"/>
                  </a:cubicBezTo>
                  <a:cubicBezTo>
                    <a:pt x="189" y="106"/>
                    <a:pt x="191" y="106"/>
                    <a:pt x="193" y="106"/>
                  </a:cubicBezTo>
                  <a:cubicBezTo>
                    <a:pt x="193" y="101"/>
                    <a:pt x="193" y="95"/>
                    <a:pt x="193" y="90"/>
                  </a:cubicBezTo>
                  <a:cubicBezTo>
                    <a:pt x="191" y="91"/>
                    <a:pt x="189" y="91"/>
                    <a:pt x="187" y="91"/>
                  </a:cubicBezTo>
                  <a:cubicBezTo>
                    <a:pt x="185" y="91"/>
                    <a:pt x="183" y="92"/>
                    <a:pt x="181" y="92"/>
                  </a:cubicBezTo>
                  <a:close/>
                  <a:moveTo>
                    <a:pt x="181" y="72"/>
                  </a:moveTo>
                  <a:cubicBezTo>
                    <a:pt x="181" y="77"/>
                    <a:pt x="181" y="83"/>
                    <a:pt x="181" y="88"/>
                  </a:cubicBezTo>
                  <a:cubicBezTo>
                    <a:pt x="183" y="87"/>
                    <a:pt x="185" y="87"/>
                    <a:pt x="187" y="87"/>
                  </a:cubicBezTo>
                  <a:cubicBezTo>
                    <a:pt x="189" y="86"/>
                    <a:pt x="191" y="86"/>
                    <a:pt x="193" y="86"/>
                  </a:cubicBezTo>
                  <a:cubicBezTo>
                    <a:pt x="193" y="80"/>
                    <a:pt x="193" y="75"/>
                    <a:pt x="193" y="70"/>
                  </a:cubicBezTo>
                  <a:cubicBezTo>
                    <a:pt x="191" y="71"/>
                    <a:pt x="189" y="71"/>
                    <a:pt x="187" y="71"/>
                  </a:cubicBezTo>
                  <a:cubicBezTo>
                    <a:pt x="185" y="72"/>
                    <a:pt x="183" y="72"/>
                    <a:pt x="181" y="72"/>
                  </a:cubicBezTo>
                  <a:close/>
                  <a:moveTo>
                    <a:pt x="205" y="49"/>
                  </a:moveTo>
                  <a:cubicBezTo>
                    <a:pt x="205" y="54"/>
                    <a:pt x="205" y="59"/>
                    <a:pt x="205" y="64"/>
                  </a:cubicBezTo>
                  <a:cubicBezTo>
                    <a:pt x="207" y="64"/>
                    <a:pt x="209" y="63"/>
                    <a:pt x="211" y="63"/>
                  </a:cubicBezTo>
                  <a:cubicBezTo>
                    <a:pt x="213" y="63"/>
                    <a:pt x="215" y="62"/>
                    <a:pt x="217" y="62"/>
                  </a:cubicBezTo>
                  <a:cubicBezTo>
                    <a:pt x="217" y="56"/>
                    <a:pt x="217" y="51"/>
                    <a:pt x="217" y="46"/>
                  </a:cubicBezTo>
                  <a:cubicBezTo>
                    <a:pt x="215" y="46"/>
                    <a:pt x="213" y="47"/>
                    <a:pt x="211" y="47"/>
                  </a:cubicBezTo>
                  <a:cubicBezTo>
                    <a:pt x="209" y="48"/>
                    <a:pt x="207" y="48"/>
                    <a:pt x="205" y="49"/>
                  </a:cubicBezTo>
                  <a:close/>
                  <a:moveTo>
                    <a:pt x="205" y="89"/>
                  </a:moveTo>
                  <a:cubicBezTo>
                    <a:pt x="205" y="94"/>
                    <a:pt x="205" y="99"/>
                    <a:pt x="205" y="104"/>
                  </a:cubicBezTo>
                  <a:cubicBezTo>
                    <a:pt x="207" y="104"/>
                    <a:pt x="209" y="104"/>
                    <a:pt x="211" y="104"/>
                  </a:cubicBezTo>
                  <a:cubicBezTo>
                    <a:pt x="213" y="104"/>
                    <a:pt x="215" y="103"/>
                    <a:pt x="217" y="103"/>
                  </a:cubicBezTo>
                  <a:cubicBezTo>
                    <a:pt x="217" y="98"/>
                    <a:pt x="217" y="92"/>
                    <a:pt x="217" y="87"/>
                  </a:cubicBezTo>
                  <a:cubicBezTo>
                    <a:pt x="215" y="87"/>
                    <a:pt x="213" y="88"/>
                    <a:pt x="211" y="88"/>
                  </a:cubicBezTo>
                  <a:cubicBezTo>
                    <a:pt x="209" y="88"/>
                    <a:pt x="207" y="89"/>
                    <a:pt x="205" y="89"/>
                  </a:cubicBezTo>
                  <a:close/>
                  <a:moveTo>
                    <a:pt x="205" y="69"/>
                  </a:moveTo>
                  <a:cubicBezTo>
                    <a:pt x="205" y="74"/>
                    <a:pt x="205" y="79"/>
                    <a:pt x="205" y="84"/>
                  </a:cubicBezTo>
                  <a:cubicBezTo>
                    <a:pt x="207" y="84"/>
                    <a:pt x="209" y="84"/>
                    <a:pt x="211" y="83"/>
                  </a:cubicBezTo>
                  <a:cubicBezTo>
                    <a:pt x="213" y="83"/>
                    <a:pt x="215" y="83"/>
                    <a:pt x="217" y="82"/>
                  </a:cubicBezTo>
                  <a:cubicBezTo>
                    <a:pt x="217" y="77"/>
                    <a:pt x="217" y="72"/>
                    <a:pt x="217" y="66"/>
                  </a:cubicBezTo>
                  <a:cubicBezTo>
                    <a:pt x="215" y="67"/>
                    <a:pt x="213" y="67"/>
                    <a:pt x="211" y="67"/>
                  </a:cubicBezTo>
                  <a:cubicBezTo>
                    <a:pt x="209" y="68"/>
                    <a:pt x="207" y="68"/>
                    <a:pt x="205" y="69"/>
                  </a:cubicBezTo>
                  <a:close/>
                  <a:moveTo>
                    <a:pt x="57" y="112"/>
                  </a:moveTo>
                  <a:cubicBezTo>
                    <a:pt x="57" y="117"/>
                    <a:pt x="57" y="122"/>
                    <a:pt x="57" y="127"/>
                  </a:cubicBezTo>
                  <a:cubicBezTo>
                    <a:pt x="59" y="126"/>
                    <a:pt x="61" y="126"/>
                    <a:pt x="63" y="126"/>
                  </a:cubicBezTo>
                  <a:cubicBezTo>
                    <a:pt x="65" y="125"/>
                    <a:pt x="67" y="125"/>
                    <a:pt x="69" y="124"/>
                  </a:cubicBezTo>
                  <a:cubicBezTo>
                    <a:pt x="69" y="119"/>
                    <a:pt x="69" y="114"/>
                    <a:pt x="69" y="109"/>
                  </a:cubicBezTo>
                  <a:cubicBezTo>
                    <a:pt x="67" y="109"/>
                    <a:pt x="65" y="110"/>
                    <a:pt x="63" y="110"/>
                  </a:cubicBezTo>
                  <a:cubicBezTo>
                    <a:pt x="61" y="111"/>
                    <a:pt x="59" y="111"/>
                    <a:pt x="57" y="112"/>
                  </a:cubicBezTo>
                  <a:close/>
                  <a:moveTo>
                    <a:pt x="57" y="190"/>
                  </a:moveTo>
                  <a:cubicBezTo>
                    <a:pt x="57" y="195"/>
                    <a:pt x="57" y="200"/>
                    <a:pt x="57" y="205"/>
                  </a:cubicBezTo>
                  <a:cubicBezTo>
                    <a:pt x="59" y="205"/>
                    <a:pt x="61" y="205"/>
                    <a:pt x="63" y="205"/>
                  </a:cubicBezTo>
                  <a:cubicBezTo>
                    <a:pt x="65" y="205"/>
                    <a:pt x="67" y="205"/>
                    <a:pt x="69" y="205"/>
                  </a:cubicBezTo>
                  <a:cubicBezTo>
                    <a:pt x="69" y="199"/>
                    <a:pt x="69" y="194"/>
                    <a:pt x="69" y="189"/>
                  </a:cubicBezTo>
                  <a:cubicBezTo>
                    <a:pt x="67" y="189"/>
                    <a:pt x="65" y="189"/>
                    <a:pt x="63" y="189"/>
                  </a:cubicBezTo>
                  <a:cubicBezTo>
                    <a:pt x="61" y="189"/>
                    <a:pt x="59" y="189"/>
                    <a:pt x="57" y="190"/>
                  </a:cubicBezTo>
                  <a:close/>
                  <a:moveTo>
                    <a:pt x="57" y="170"/>
                  </a:moveTo>
                  <a:cubicBezTo>
                    <a:pt x="57" y="175"/>
                    <a:pt x="57" y="180"/>
                    <a:pt x="57" y="185"/>
                  </a:cubicBezTo>
                  <a:cubicBezTo>
                    <a:pt x="59" y="185"/>
                    <a:pt x="61" y="185"/>
                    <a:pt x="63" y="185"/>
                  </a:cubicBezTo>
                  <a:cubicBezTo>
                    <a:pt x="65" y="184"/>
                    <a:pt x="67" y="184"/>
                    <a:pt x="69" y="184"/>
                  </a:cubicBezTo>
                  <a:cubicBezTo>
                    <a:pt x="69" y="179"/>
                    <a:pt x="69" y="174"/>
                    <a:pt x="69" y="169"/>
                  </a:cubicBezTo>
                  <a:cubicBezTo>
                    <a:pt x="67" y="169"/>
                    <a:pt x="65" y="169"/>
                    <a:pt x="63" y="169"/>
                  </a:cubicBezTo>
                  <a:cubicBezTo>
                    <a:pt x="61" y="169"/>
                    <a:pt x="59" y="170"/>
                    <a:pt x="57" y="170"/>
                  </a:cubicBezTo>
                  <a:close/>
                  <a:moveTo>
                    <a:pt x="57" y="150"/>
                  </a:moveTo>
                  <a:cubicBezTo>
                    <a:pt x="57" y="155"/>
                    <a:pt x="57" y="161"/>
                    <a:pt x="57" y="166"/>
                  </a:cubicBezTo>
                  <a:cubicBezTo>
                    <a:pt x="59" y="165"/>
                    <a:pt x="61" y="165"/>
                    <a:pt x="63" y="165"/>
                  </a:cubicBezTo>
                  <a:cubicBezTo>
                    <a:pt x="65" y="165"/>
                    <a:pt x="67" y="165"/>
                    <a:pt x="69" y="164"/>
                  </a:cubicBezTo>
                  <a:cubicBezTo>
                    <a:pt x="69" y="159"/>
                    <a:pt x="69" y="154"/>
                    <a:pt x="69" y="149"/>
                  </a:cubicBezTo>
                  <a:cubicBezTo>
                    <a:pt x="67" y="149"/>
                    <a:pt x="65" y="149"/>
                    <a:pt x="63" y="150"/>
                  </a:cubicBezTo>
                  <a:cubicBezTo>
                    <a:pt x="61" y="150"/>
                    <a:pt x="59" y="150"/>
                    <a:pt x="57" y="150"/>
                  </a:cubicBezTo>
                  <a:close/>
                  <a:moveTo>
                    <a:pt x="57" y="131"/>
                  </a:moveTo>
                  <a:cubicBezTo>
                    <a:pt x="57" y="136"/>
                    <a:pt x="57" y="141"/>
                    <a:pt x="57" y="146"/>
                  </a:cubicBezTo>
                  <a:cubicBezTo>
                    <a:pt x="59" y="146"/>
                    <a:pt x="61" y="145"/>
                    <a:pt x="63" y="145"/>
                  </a:cubicBezTo>
                  <a:cubicBezTo>
                    <a:pt x="65" y="145"/>
                    <a:pt x="67" y="144"/>
                    <a:pt x="69" y="144"/>
                  </a:cubicBezTo>
                  <a:cubicBezTo>
                    <a:pt x="69" y="139"/>
                    <a:pt x="69" y="134"/>
                    <a:pt x="69" y="129"/>
                  </a:cubicBezTo>
                  <a:cubicBezTo>
                    <a:pt x="67" y="129"/>
                    <a:pt x="65" y="129"/>
                    <a:pt x="63" y="130"/>
                  </a:cubicBezTo>
                  <a:cubicBezTo>
                    <a:pt x="61" y="130"/>
                    <a:pt x="59" y="131"/>
                    <a:pt x="57" y="131"/>
                  </a:cubicBezTo>
                  <a:close/>
                  <a:moveTo>
                    <a:pt x="137" y="164"/>
                  </a:moveTo>
                  <a:cubicBezTo>
                    <a:pt x="137" y="171"/>
                    <a:pt x="137" y="178"/>
                    <a:pt x="137" y="185"/>
                  </a:cubicBezTo>
                  <a:cubicBezTo>
                    <a:pt x="140" y="185"/>
                    <a:pt x="143" y="184"/>
                    <a:pt x="145" y="184"/>
                  </a:cubicBezTo>
                  <a:cubicBezTo>
                    <a:pt x="148" y="183"/>
                    <a:pt x="151" y="182"/>
                    <a:pt x="154" y="182"/>
                  </a:cubicBezTo>
                  <a:cubicBezTo>
                    <a:pt x="154" y="175"/>
                    <a:pt x="154" y="167"/>
                    <a:pt x="154" y="160"/>
                  </a:cubicBezTo>
                  <a:cubicBezTo>
                    <a:pt x="151" y="161"/>
                    <a:pt x="148" y="162"/>
                    <a:pt x="145" y="162"/>
                  </a:cubicBezTo>
                  <a:cubicBezTo>
                    <a:pt x="143" y="163"/>
                    <a:pt x="140" y="164"/>
                    <a:pt x="137" y="164"/>
                  </a:cubicBezTo>
                  <a:close/>
                  <a:moveTo>
                    <a:pt x="137" y="273"/>
                  </a:moveTo>
                  <a:cubicBezTo>
                    <a:pt x="137" y="280"/>
                    <a:pt x="137" y="287"/>
                    <a:pt x="137" y="294"/>
                  </a:cubicBezTo>
                  <a:cubicBezTo>
                    <a:pt x="140" y="294"/>
                    <a:pt x="143" y="294"/>
                    <a:pt x="145" y="294"/>
                  </a:cubicBezTo>
                  <a:cubicBezTo>
                    <a:pt x="148" y="294"/>
                    <a:pt x="151" y="294"/>
                    <a:pt x="154" y="294"/>
                  </a:cubicBezTo>
                  <a:cubicBezTo>
                    <a:pt x="154" y="287"/>
                    <a:pt x="154" y="279"/>
                    <a:pt x="154" y="272"/>
                  </a:cubicBezTo>
                  <a:cubicBezTo>
                    <a:pt x="151" y="272"/>
                    <a:pt x="148" y="272"/>
                    <a:pt x="145" y="273"/>
                  </a:cubicBezTo>
                  <a:cubicBezTo>
                    <a:pt x="143" y="273"/>
                    <a:pt x="140" y="273"/>
                    <a:pt x="137" y="273"/>
                  </a:cubicBezTo>
                  <a:close/>
                  <a:moveTo>
                    <a:pt x="137" y="245"/>
                  </a:moveTo>
                  <a:cubicBezTo>
                    <a:pt x="137" y="252"/>
                    <a:pt x="137" y="259"/>
                    <a:pt x="137" y="266"/>
                  </a:cubicBezTo>
                  <a:cubicBezTo>
                    <a:pt x="140" y="266"/>
                    <a:pt x="143" y="266"/>
                    <a:pt x="145" y="266"/>
                  </a:cubicBezTo>
                  <a:cubicBezTo>
                    <a:pt x="148" y="266"/>
                    <a:pt x="151" y="266"/>
                    <a:pt x="154" y="265"/>
                  </a:cubicBezTo>
                  <a:cubicBezTo>
                    <a:pt x="154" y="258"/>
                    <a:pt x="154" y="251"/>
                    <a:pt x="154" y="244"/>
                  </a:cubicBezTo>
                  <a:cubicBezTo>
                    <a:pt x="151" y="244"/>
                    <a:pt x="148" y="244"/>
                    <a:pt x="145" y="245"/>
                  </a:cubicBezTo>
                  <a:cubicBezTo>
                    <a:pt x="143" y="245"/>
                    <a:pt x="140" y="245"/>
                    <a:pt x="137" y="245"/>
                  </a:cubicBezTo>
                  <a:close/>
                  <a:moveTo>
                    <a:pt x="137" y="218"/>
                  </a:moveTo>
                  <a:cubicBezTo>
                    <a:pt x="137" y="225"/>
                    <a:pt x="137" y="232"/>
                    <a:pt x="137" y="239"/>
                  </a:cubicBezTo>
                  <a:cubicBezTo>
                    <a:pt x="140" y="239"/>
                    <a:pt x="143" y="239"/>
                    <a:pt x="145" y="239"/>
                  </a:cubicBezTo>
                  <a:cubicBezTo>
                    <a:pt x="148" y="238"/>
                    <a:pt x="151" y="238"/>
                    <a:pt x="154" y="238"/>
                  </a:cubicBezTo>
                  <a:cubicBezTo>
                    <a:pt x="154" y="230"/>
                    <a:pt x="154" y="223"/>
                    <a:pt x="154" y="216"/>
                  </a:cubicBezTo>
                  <a:cubicBezTo>
                    <a:pt x="151" y="216"/>
                    <a:pt x="148" y="217"/>
                    <a:pt x="145" y="217"/>
                  </a:cubicBezTo>
                  <a:cubicBezTo>
                    <a:pt x="143" y="218"/>
                    <a:pt x="140" y="218"/>
                    <a:pt x="137" y="218"/>
                  </a:cubicBezTo>
                  <a:close/>
                  <a:moveTo>
                    <a:pt x="137" y="191"/>
                  </a:moveTo>
                  <a:cubicBezTo>
                    <a:pt x="137" y="198"/>
                    <a:pt x="137" y="205"/>
                    <a:pt x="137" y="212"/>
                  </a:cubicBezTo>
                  <a:cubicBezTo>
                    <a:pt x="140" y="212"/>
                    <a:pt x="143" y="211"/>
                    <a:pt x="145" y="211"/>
                  </a:cubicBezTo>
                  <a:cubicBezTo>
                    <a:pt x="148" y="210"/>
                    <a:pt x="151" y="210"/>
                    <a:pt x="154" y="210"/>
                  </a:cubicBezTo>
                  <a:cubicBezTo>
                    <a:pt x="154" y="202"/>
                    <a:pt x="154" y="195"/>
                    <a:pt x="154" y="188"/>
                  </a:cubicBezTo>
                  <a:cubicBezTo>
                    <a:pt x="151" y="188"/>
                    <a:pt x="148" y="189"/>
                    <a:pt x="145" y="190"/>
                  </a:cubicBezTo>
                  <a:cubicBezTo>
                    <a:pt x="143" y="190"/>
                    <a:pt x="140" y="191"/>
                    <a:pt x="137" y="191"/>
                  </a:cubicBezTo>
                  <a:close/>
                  <a:moveTo>
                    <a:pt x="111" y="169"/>
                  </a:moveTo>
                  <a:cubicBezTo>
                    <a:pt x="111" y="176"/>
                    <a:pt x="111" y="183"/>
                    <a:pt x="111" y="189"/>
                  </a:cubicBezTo>
                  <a:cubicBezTo>
                    <a:pt x="113" y="189"/>
                    <a:pt x="116" y="188"/>
                    <a:pt x="119" y="188"/>
                  </a:cubicBezTo>
                  <a:cubicBezTo>
                    <a:pt x="121" y="187"/>
                    <a:pt x="124" y="187"/>
                    <a:pt x="127" y="186"/>
                  </a:cubicBezTo>
                  <a:cubicBezTo>
                    <a:pt x="127" y="179"/>
                    <a:pt x="127" y="172"/>
                    <a:pt x="127" y="165"/>
                  </a:cubicBezTo>
                  <a:cubicBezTo>
                    <a:pt x="124" y="166"/>
                    <a:pt x="121" y="166"/>
                    <a:pt x="119" y="167"/>
                  </a:cubicBezTo>
                  <a:cubicBezTo>
                    <a:pt x="116" y="168"/>
                    <a:pt x="113" y="168"/>
                    <a:pt x="111" y="169"/>
                  </a:cubicBezTo>
                  <a:close/>
                  <a:moveTo>
                    <a:pt x="111" y="274"/>
                  </a:moveTo>
                  <a:cubicBezTo>
                    <a:pt x="111" y="280"/>
                    <a:pt x="111" y="287"/>
                    <a:pt x="111" y="294"/>
                  </a:cubicBezTo>
                  <a:cubicBezTo>
                    <a:pt x="113" y="294"/>
                    <a:pt x="116" y="294"/>
                    <a:pt x="119" y="294"/>
                  </a:cubicBezTo>
                  <a:cubicBezTo>
                    <a:pt x="121" y="294"/>
                    <a:pt x="124" y="294"/>
                    <a:pt x="127" y="294"/>
                  </a:cubicBezTo>
                  <a:cubicBezTo>
                    <a:pt x="127" y="287"/>
                    <a:pt x="127" y="280"/>
                    <a:pt x="127" y="273"/>
                  </a:cubicBezTo>
                  <a:cubicBezTo>
                    <a:pt x="124" y="273"/>
                    <a:pt x="121" y="273"/>
                    <a:pt x="119" y="273"/>
                  </a:cubicBezTo>
                  <a:cubicBezTo>
                    <a:pt x="116" y="273"/>
                    <a:pt x="113" y="273"/>
                    <a:pt x="111" y="274"/>
                  </a:cubicBezTo>
                  <a:close/>
                  <a:moveTo>
                    <a:pt x="111" y="247"/>
                  </a:moveTo>
                  <a:cubicBezTo>
                    <a:pt x="111" y="254"/>
                    <a:pt x="111" y="260"/>
                    <a:pt x="111" y="267"/>
                  </a:cubicBezTo>
                  <a:cubicBezTo>
                    <a:pt x="113" y="267"/>
                    <a:pt x="116" y="267"/>
                    <a:pt x="119" y="267"/>
                  </a:cubicBezTo>
                  <a:cubicBezTo>
                    <a:pt x="121" y="267"/>
                    <a:pt x="124" y="266"/>
                    <a:pt x="127" y="266"/>
                  </a:cubicBezTo>
                  <a:cubicBezTo>
                    <a:pt x="127" y="259"/>
                    <a:pt x="127" y="252"/>
                    <a:pt x="127" y="246"/>
                  </a:cubicBezTo>
                  <a:cubicBezTo>
                    <a:pt x="124" y="246"/>
                    <a:pt x="121" y="246"/>
                    <a:pt x="119" y="246"/>
                  </a:cubicBezTo>
                  <a:cubicBezTo>
                    <a:pt x="116" y="246"/>
                    <a:pt x="113" y="247"/>
                    <a:pt x="111" y="247"/>
                  </a:cubicBezTo>
                  <a:close/>
                  <a:moveTo>
                    <a:pt x="111" y="221"/>
                  </a:moveTo>
                  <a:cubicBezTo>
                    <a:pt x="111" y="228"/>
                    <a:pt x="111" y="235"/>
                    <a:pt x="111" y="241"/>
                  </a:cubicBezTo>
                  <a:cubicBezTo>
                    <a:pt x="113" y="241"/>
                    <a:pt x="116" y="241"/>
                    <a:pt x="119" y="241"/>
                  </a:cubicBezTo>
                  <a:cubicBezTo>
                    <a:pt x="121" y="240"/>
                    <a:pt x="124" y="240"/>
                    <a:pt x="127" y="240"/>
                  </a:cubicBezTo>
                  <a:cubicBezTo>
                    <a:pt x="127" y="233"/>
                    <a:pt x="127" y="226"/>
                    <a:pt x="127" y="219"/>
                  </a:cubicBezTo>
                  <a:cubicBezTo>
                    <a:pt x="124" y="219"/>
                    <a:pt x="121" y="220"/>
                    <a:pt x="119" y="220"/>
                  </a:cubicBezTo>
                  <a:cubicBezTo>
                    <a:pt x="116" y="220"/>
                    <a:pt x="113" y="221"/>
                    <a:pt x="111" y="221"/>
                  </a:cubicBezTo>
                  <a:close/>
                  <a:moveTo>
                    <a:pt x="111" y="195"/>
                  </a:moveTo>
                  <a:cubicBezTo>
                    <a:pt x="111" y="202"/>
                    <a:pt x="111" y="208"/>
                    <a:pt x="111" y="215"/>
                  </a:cubicBezTo>
                  <a:cubicBezTo>
                    <a:pt x="113" y="215"/>
                    <a:pt x="116" y="214"/>
                    <a:pt x="119" y="214"/>
                  </a:cubicBezTo>
                  <a:cubicBezTo>
                    <a:pt x="121" y="214"/>
                    <a:pt x="124" y="213"/>
                    <a:pt x="127" y="213"/>
                  </a:cubicBezTo>
                  <a:cubicBezTo>
                    <a:pt x="127" y="206"/>
                    <a:pt x="127" y="199"/>
                    <a:pt x="127" y="192"/>
                  </a:cubicBezTo>
                  <a:cubicBezTo>
                    <a:pt x="124" y="192"/>
                    <a:pt x="121" y="193"/>
                    <a:pt x="119" y="193"/>
                  </a:cubicBezTo>
                  <a:cubicBezTo>
                    <a:pt x="116" y="194"/>
                    <a:pt x="113" y="194"/>
                    <a:pt x="111" y="195"/>
                  </a:cubicBezTo>
                  <a:close/>
                  <a:moveTo>
                    <a:pt x="122" y="63"/>
                  </a:moveTo>
                  <a:cubicBezTo>
                    <a:pt x="127" y="62"/>
                    <a:pt x="127" y="62"/>
                    <a:pt x="127" y="62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71" y="76"/>
                    <a:pt x="171" y="76"/>
                    <a:pt x="171" y="76"/>
                  </a:cubicBezTo>
                  <a:cubicBezTo>
                    <a:pt x="171" y="117"/>
                    <a:pt x="171" y="117"/>
                    <a:pt x="171" y="117"/>
                  </a:cubicBezTo>
                  <a:cubicBezTo>
                    <a:pt x="174" y="117"/>
                    <a:pt x="174" y="117"/>
                    <a:pt x="174" y="117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303"/>
                    <a:pt x="224" y="303"/>
                    <a:pt x="224" y="303"/>
                  </a:cubicBezTo>
                  <a:cubicBezTo>
                    <a:pt x="239" y="303"/>
                    <a:pt x="239" y="303"/>
                    <a:pt x="239" y="303"/>
                  </a:cubicBezTo>
                  <a:cubicBezTo>
                    <a:pt x="239" y="28"/>
                    <a:pt x="239" y="28"/>
                    <a:pt x="239" y="2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63"/>
                    <a:pt x="122" y="63"/>
                    <a:pt x="122" y="63"/>
                  </a:cubicBezTo>
                  <a:close/>
                  <a:moveTo>
                    <a:pt x="51" y="303"/>
                  </a:moveTo>
                  <a:cubicBezTo>
                    <a:pt x="76" y="303"/>
                    <a:pt x="76" y="303"/>
                    <a:pt x="76" y="303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1" y="303"/>
                    <a:pt x="51" y="303"/>
                    <a:pt x="51" y="303"/>
                  </a:cubicBezTo>
                  <a:close/>
                  <a:moveTo>
                    <a:pt x="98" y="303"/>
                  </a:moveTo>
                  <a:cubicBezTo>
                    <a:pt x="166" y="303"/>
                    <a:pt x="166" y="303"/>
                    <a:pt x="166" y="303"/>
                  </a:cubicBezTo>
                  <a:cubicBezTo>
                    <a:pt x="166" y="142"/>
                    <a:pt x="166" y="142"/>
                    <a:pt x="166" y="142"/>
                  </a:cubicBezTo>
                  <a:cubicBezTo>
                    <a:pt x="98" y="153"/>
                    <a:pt x="98" y="153"/>
                    <a:pt x="98" y="153"/>
                  </a:cubicBezTo>
                  <a:lnTo>
                    <a:pt x="98" y="303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ïṡḷidê"/>
            <p:cNvSpPr/>
            <p:nvPr/>
          </p:nvSpPr>
          <p:spPr bwMode="auto">
            <a:xfrm>
              <a:off x="6667755" y="4092450"/>
              <a:ext cx="1915730" cy="2203742"/>
            </a:xfrm>
            <a:custGeom>
              <a:avLst/>
              <a:gdLst>
                <a:gd name="T0" fmla="*/ 603 w 603"/>
                <a:gd name="T1" fmla="*/ 230 h 551"/>
                <a:gd name="T2" fmla="*/ 590 w 603"/>
                <a:gd name="T3" fmla="*/ 265 h 551"/>
                <a:gd name="T4" fmla="*/ 343 w 603"/>
                <a:gd name="T5" fmla="*/ 551 h 551"/>
                <a:gd name="T6" fmla="*/ 226 w 603"/>
                <a:gd name="T7" fmla="*/ 436 h 551"/>
                <a:gd name="T8" fmla="*/ 156 w 603"/>
                <a:gd name="T9" fmla="*/ 551 h 551"/>
                <a:gd name="T10" fmla="*/ 33 w 603"/>
                <a:gd name="T11" fmla="*/ 106 h 551"/>
                <a:gd name="T12" fmla="*/ 0 w 603"/>
                <a:gd name="T13" fmla="*/ 85 h 551"/>
                <a:gd name="T14" fmla="*/ 187 w 603"/>
                <a:gd name="T15" fmla="*/ 0 h 551"/>
                <a:gd name="T16" fmla="*/ 370 w 603"/>
                <a:gd name="T17" fmla="*/ 83 h 551"/>
                <a:gd name="T18" fmla="*/ 343 w 603"/>
                <a:gd name="T19" fmla="*/ 106 h 551"/>
                <a:gd name="T20" fmla="*/ 343 w 603"/>
                <a:gd name="T21" fmla="*/ 230 h 551"/>
                <a:gd name="T22" fmla="*/ 170 w 603"/>
                <a:gd name="T23" fmla="*/ 217 h 551"/>
                <a:gd name="T24" fmla="*/ 214 w 603"/>
                <a:gd name="T25" fmla="*/ 156 h 551"/>
                <a:gd name="T26" fmla="*/ 170 w 603"/>
                <a:gd name="T27" fmla="*/ 156 h 551"/>
                <a:gd name="T28" fmla="*/ 75 w 603"/>
                <a:gd name="T29" fmla="*/ 217 h 551"/>
                <a:gd name="T30" fmla="*/ 118 w 603"/>
                <a:gd name="T31" fmla="*/ 156 h 551"/>
                <a:gd name="T32" fmla="*/ 75 w 603"/>
                <a:gd name="T33" fmla="*/ 156 h 551"/>
                <a:gd name="T34" fmla="*/ 440 w 603"/>
                <a:gd name="T35" fmla="*/ 376 h 551"/>
                <a:gd name="T36" fmla="*/ 482 w 603"/>
                <a:gd name="T37" fmla="*/ 319 h 551"/>
                <a:gd name="T38" fmla="*/ 440 w 603"/>
                <a:gd name="T39" fmla="*/ 319 h 551"/>
                <a:gd name="T40" fmla="*/ 376 w 603"/>
                <a:gd name="T41" fmla="*/ 459 h 551"/>
                <a:gd name="T42" fmla="*/ 416 w 603"/>
                <a:gd name="T43" fmla="*/ 403 h 551"/>
                <a:gd name="T44" fmla="*/ 376 w 603"/>
                <a:gd name="T45" fmla="*/ 403 h 551"/>
                <a:gd name="T46" fmla="*/ 503 w 603"/>
                <a:gd name="T47" fmla="*/ 459 h 551"/>
                <a:gd name="T48" fmla="*/ 544 w 603"/>
                <a:gd name="T49" fmla="*/ 403 h 551"/>
                <a:gd name="T50" fmla="*/ 503 w 603"/>
                <a:gd name="T51" fmla="*/ 403 h 551"/>
                <a:gd name="T52" fmla="*/ 440 w 603"/>
                <a:gd name="T53" fmla="*/ 459 h 551"/>
                <a:gd name="T54" fmla="*/ 482 w 603"/>
                <a:gd name="T55" fmla="*/ 403 h 551"/>
                <a:gd name="T56" fmla="*/ 440 w 603"/>
                <a:gd name="T57" fmla="*/ 403 h 551"/>
                <a:gd name="T58" fmla="*/ 376 w 603"/>
                <a:gd name="T59" fmla="*/ 376 h 551"/>
                <a:gd name="T60" fmla="*/ 416 w 603"/>
                <a:gd name="T61" fmla="*/ 319 h 551"/>
                <a:gd name="T62" fmla="*/ 376 w 603"/>
                <a:gd name="T63" fmla="*/ 319 h 551"/>
                <a:gd name="T64" fmla="*/ 503 w 603"/>
                <a:gd name="T65" fmla="*/ 376 h 551"/>
                <a:gd name="T66" fmla="*/ 544 w 603"/>
                <a:gd name="T67" fmla="*/ 319 h 551"/>
                <a:gd name="T68" fmla="*/ 503 w 603"/>
                <a:gd name="T69" fmla="*/ 319 h 551"/>
                <a:gd name="T70" fmla="*/ 260 w 603"/>
                <a:gd name="T71" fmla="*/ 476 h 551"/>
                <a:gd name="T72" fmla="*/ 305 w 603"/>
                <a:gd name="T73" fmla="*/ 416 h 551"/>
                <a:gd name="T74" fmla="*/ 260 w 603"/>
                <a:gd name="T75" fmla="*/ 416 h 551"/>
                <a:gd name="T76" fmla="*/ 75 w 603"/>
                <a:gd name="T77" fmla="*/ 476 h 551"/>
                <a:gd name="T78" fmla="*/ 118 w 603"/>
                <a:gd name="T79" fmla="*/ 416 h 551"/>
                <a:gd name="T80" fmla="*/ 75 w 603"/>
                <a:gd name="T81" fmla="*/ 416 h 551"/>
                <a:gd name="T82" fmla="*/ 260 w 603"/>
                <a:gd name="T83" fmla="*/ 393 h 551"/>
                <a:gd name="T84" fmla="*/ 305 w 603"/>
                <a:gd name="T85" fmla="*/ 330 h 551"/>
                <a:gd name="T86" fmla="*/ 260 w 603"/>
                <a:gd name="T87" fmla="*/ 330 h 551"/>
                <a:gd name="T88" fmla="*/ 170 w 603"/>
                <a:gd name="T89" fmla="*/ 393 h 551"/>
                <a:gd name="T90" fmla="*/ 214 w 603"/>
                <a:gd name="T91" fmla="*/ 330 h 551"/>
                <a:gd name="T92" fmla="*/ 170 w 603"/>
                <a:gd name="T93" fmla="*/ 330 h 551"/>
                <a:gd name="T94" fmla="*/ 75 w 603"/>
                <a:gd name="T95" fmla="*/ 393 h 551"/>
                <a:gd name="T96" fmla="*/ 118 w 603"/>
                <a:gd name="T97" fmla="*/ 330 h 551"/>
                <a:gd name="T98" fmla="*/ 75 w 603"/>
                <a:gd name="T99" fmla="*/ 330 h 551"/>
                <a:gd name="T100" fmla="*/ 260 w 603"/>
                <a:gd name="T101" fmla="*/ 305 h 551"/>
                <a:gd name="T102" fmla="*/ 305 w 603"/>
                <a:gd name="T103" fmla="*/ 242 h 551"/>
                <a:gd name="T104" fmla="*/ 260 w 603"/>
                <a:gd name="T105" fmla="*/ 242 h 551"/>
                <a:gd name="T106" fmla="*/ 170 w 603"/>
                <a:gd name="T107" fmla="*/ 305 h 551"/>
                <a:gd name="T108" fmla="*/ 214 w 603"/>
                <a:gd name="T109" fmla="*/ 242 h 551"/>
                <a:gd name="T110" fmla="*/ 170 w 603"/>
                <a:gd name="T111" fmla="*/ 242 h 551"/>
                <a:gd name="T112" fmla="*/ 75 w 603"/>
                <a:gd name="T113" fmla="*/ 305 h 551"/>
                <a:gd name="T114" fmla="*/ 118 w 603"/>
                <a:gd name="T115" fmla="*/ 242 h 551"/>
                <a:gd name="T116" fmla="*/ 75 w 603"/>
                <a:gd name="T117" fmla="*/ 242 h 551"/>
                <a:gd name="T118" fmla="*/ 260 w 603"/>
                <a:gd name="T119" fmla="*/ 217 h 551"/>
                <a:gd name="T120" fmla="*/ 305 w 603"/>
                <a:gd name="T121" fmla="*/ 156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03" h="551">
                  <a:moveTo>
                    <a:pt x="343" y="230"/>
                  </a:moveTo>
                  <a:lnTo>
                    <a:pt x="603" y="230"/>
                  </a:lnTo>
                  <a:lnTo>
                    <a:pt x="603" y="265"/>
                  </a:lnTo>
                  <a:lnTo>
                    <a:pt x="590" y="265"/>
                  </a:lnTo>
                  <a:lnTo>
                    <a:pt x="590" y="551"/>
                  </a:lnTo>
                  <a:lnTo>
                    <a:pt x="343" y="551"/>
                  </a:lnTo>
                  <a:lnTo>
                    <a:pt x="226" y="551"/>
                  </a:lnTo>
                  <a:lnTo>
                    <a:pt x="226" y="436"/>
                  </a:lnTo>
                  <a:lnTo>
                    <a:pt x="156" y="436"/>
                  </a:lnTo>
                  <a:lnTo>
                    <a:pt x="156" y="551"/>
                  </a:lnTo>
                  <a:lnTo>
                    <a:pt x="33" y="551"/>
                  </a:lnTo>
                  <a:lnTo>
                    <a:pt x="33" y="106"/>
                  </a:lnTo>
                  <a:lnTo>
                    <a:pt x="0" y="106"/>
                  </a:lnTo>
                  <a:lnTo>
                    <a:pt x="0" y="85"/>
                  </a:lnTo>
                  <a:lnTo>
                    <a:pt x="71" y="54"/>
                  </a:lnTo>
                  <a:lnTo>
                    <a:pt x="187" y="0"/>
                  </a:lnTo>
                  <a:lnTo>
                    <a:pt x="303" y="54"/>
                  </a:lnTo>
                  <a:lnTo>
                    <a:pt x="370" y="83"/>
                  </a:lnTo>
                  <a:lnTo>
                    <a:pt x="370" y="106"/>
                  </a:lnTo>
                  <a:lnTo>
                    <a:pt x="343" y="106"/>
                  </a:lnTo>
                  <a:lnTo>
                    <a:pt x="343" y="230"/>
                  </a:lnTo>
                  <a:lnTo>
                    <a:pt x="343" y="230"/>
                  </a:lnTo>
                  <a:close/>
                  <a:moveTo>
                    <a:pt x="170" y="156"/>
                  </a:moveTo>
                  <a:lnTo>
                    <a:pt x="170" y="217"/>
                  </a:lnTo>
                  <a:lnTo>
                    <a:pt x="214" y="217"/>
                  </a:lnTo>
                  <a:lnTo>
                    <a:pt x="214" y="156"/>
                  </a:lnTo>
                  <a:lnTo>
                    <a:pt x="170" y="156"/>
                  </a:lnTo>
                  <a:lnTo>
                    <a:pt x="170" y="156"/>
                  </a:lnTo>
                  <a:close/>
                  <a:moveTo>
                    <a:pt x="75" y="156"/>
                  </a:moveTo>
                  <a:lnTo>
                    <a:pt x="75" y="217"/>
                  </a:lnTo>
                  <a:lnTo>
                    <a:pt x="118" y="217"/>
                  </a:lnTo>
                  <a:lnTo>
                    <a:pt x="118" y="156"/>
                  </a:lnTo>
                  <a:lnTo>
                    <a:pt x="75" y="156"/>
                  </a:lnTo>
                  <a:lnTo>
                    <a:pt x="75" y="156"/>
                  </a:lnTo>
                  <a:close/>
                  <a:moveTo>
                    <a:pt x="440" y="319"/>
                  </a:moveTo>
                  <a:lnTo>
                    <a:pt x="440" y="376"/>
                  </a:lnTo>
                  <a:lnTo>
                    <a:pt x="482" y="376"/>
                  </a:lnTo>
                  <a:lnTo>
                    <a:pt x="482" y="319"/>
                  </a:lnTo>
                  <a:lnTo>
                    <a:pt x="440" y="319"/>
                  </a:lnTo>
                  <a:lnTo>
                    <a:pt x="440" y="319"/>
                  </a:lnTo>
                  <a:close/>
                  <a:moveTo>
                    <a:pt x="376" y="403"/>
                  </a:moveTo>
                  <a:lnTo>
                    <a:pt x="376" y="459"/>
                  </a:lnTo>
                  <a:lnTo>
                    <a:pt x="416" y="459"/>
                  </a:lnTo>
                  <a:lnTo>
                    <a:pt x="416" y="403"/>
                  </a:lnTo>
                  <a:lnTo>
                    <a:pt x="376" y="403"/>
                  </a:lnTo>
                  <a:lnTo>
                    <a:pt x="376" y="403"/>
                  </a:lnTo>
                  <a:close/>
                  <a:moveTo>
                    <a:pt x="503" y="403"/>
                  </a:moveTo>
                  <a:lnTo>
                    <a:pt x="503" y="459"/>
                  </a:lnTo>
                  <a:lnTo>
                    <a:pt x="544" y="459"/>
                  </a:lnTo>
                  <a:lnTo>
                    <a:pt x="544" y="403"/>
                  </a:lnTo>
                  <a:lnTo>
                    <a:pt x="503" y="403"/>
                  </a:lnTo>
                  <a:lnTo>
                    <a:pt x="503" y="403"/>
                  </a:lnTo>
                  <a:close/>
                  <a:moveTo>
                    <a:pt x="440" y="403"/>
                  </a:moveTo>
                  <a:lnTo>
                    <a:pt x="440" y="459"/>
                  </a:lnTo>
                  <a:lnTo>
                    <a:pt x="482" y="459"/>
                  </a:lnTo>
                  <a:lnTo>
                    <a:pt x="482" y="403"/>
                  </a:lnTo>
                  <a:lnTo>
                    <a:pt x="440" y="403"/>
                  </a:lnTo>
                  <a:lnTo>
                    <a:pt x="440" y="403"/>
                  </a:lnTo>
                  <a:close/>
                  <a:moveTo>
                    <a:pt x="376" y="319"/>
                  </a:moveTo>
                  <a:lnTo>
                    <a:pt x="376" y="376"/>
                  </a:lnTo>
                  <a:lnTo>
                    <a:pt x="416" y="376"/>
                  </a:lnTo>
                  <a:lnTo>
                    <a:pt x="416" y="319"/>
                  </a:lnTo>
                  <a:lnTo>
                    <a:pt x="376" y="319"/>
                  </a:lnTo>
                  <a:lnTo>
                    <a:pt x="376" y="319"/>
                  </a:lnTo>
                  <a:close/>
                  <a:moveTo>
                    <a:pt x="503" y="319"/>
                  </a:moveTo>
                  <a:lnTo>
                    <a:pt x="503" y="376"/>
                  </a:lnTo>
                  <a:lnTo>
                    <a:pt x="544" y="376"/>
                  </a:lnTo>
                  <a:lnTo>
                    <a:pt x="544" y="319"/>
                  </a:lnTo>
                  <a:lnTo>
                    <a:pt x="503" y="319"/>
                  </a:lnTo>
                  <a:lnTo>
                    <a:pt x="503" y="319"/>
                  </a:lnTo>
                  <a:close/>
                  <a:moveTo>
                    <a:pt x="260" y="416"/>
                  </a:moveTo>
                  <a:lnTo>
                    <a:pt x="260" y="476"/>
                  </a:lnTo>
                  <a:lnTo>
                    <a:pt x="305" y="476"/>
                  </a:lnTo>
                  <a:lnTo>
                    <a:pt x="305" y="416"/>
                  </a:lnTo>
                  <a:lnTo>
                    <a:pt x="260" y="416"/>
                  </a:lnTo>
                  <a:lnTo>
                    <a:pt x="260" y="416"/>
                  </a:lnTo>
                  <a:close/>
                  <a:moveTo>
                    <a:pt x="75" y="416"/>
                  </a:moveTo>
                  <a:lnTo>
                    <a:pt x="75" y="476"/>
                  </a:lnTo>
                  <a:lnTo>
                    <a:pt x="118" y="476"/>
                  </a:lnTo>
                  <a:lnTo>
                    <a:pt x="118" y="416"/>
                  </a:lnTo>
                  <a:lnTo>
                    <a:pt x="75" y="416"/>
                  </a:lnTo>
                  <a:lnTo>
                    <a:pt x="75" y="416"/>
                  </a:lnTo>
                  <a:close/>
                  <a:moveTo>
                    <a:pt x="260" y="330"/>
                  </a:moveTo>
                  <a:lnTo>
                    <a:pt x="260" y="393"/>
                  </a:lnTo>
                  <a:lnTo>
                    <a:pt x="305" y="393"/>
                  </a:lnTo>
                  <a:lnTo>
                    <a:pt x="305" y="330"/>
                  </a:lnTo>
                  <a:lnTo>
                    <a:pt x="260" y="330"/>
                  </a:lnTo>
                  <a:lnTo>
                    <a:pt x="260" y="330"/>
                  </a:lnTo>
                  <a:close/>
                  <a:moveTo>
                    <a:pt x="170" y="330"/>
                  </a:moveTo>
                  <a:lnTo>
                    <a:pt x="170" y="393"/>
                  </a:lnTo>
                  <a:lnTo>
                    <a:pt x="214" y="393"/>
                  </a:lnTo>
                  <a:lnTo>
                    <a:pt x="214" y="330"/>
                  </a:lnTo>
                  <a:lnTo>
                    <a:pt x="170" y="330"/>
                  </a:lnTo>
                  <a:lnTo>
                    <a:pt x="170" y="330"/>
                  </a:lnTo>
                  <a:close/>
                  <a:moveTo>
                    <a:pt x="75" y="330"/>
                  </a:moveTo>
                  <a:lnTo>
                    <a:pt x="75" y="393"/>
                  </a:lnTo>
                  <a:lnTo>
                    <a:pt x="118" y="393"/>
                  </a:lnTo>
                  <a:lnTo>
                    <a:pt x="118" y="330"/>
                  </a:lnTo>
                  <a:lnTo>
                    <a:pt x="75" y="330"/>
                  </a:lnTo>
                  <a:lnTo>
                    <a:pt x="75" y="330"/>
                  </a:lnTo>
                  <a:close/>
                  <a:moveTo>
                    <a:pt x="260" y="242"/>
                  </a:moveTo>
                  <a:lnTo>
                    <a:pt x="260" y="305"/>
                  </a:lnTo>
                  <a:lnTo>
                    <a:pt x="305" y="305"/>
                  </a:lnTo>
                  <a:lnTo>
                    <a:pt x="305" y="242"/>
                  </a:lnTo>
                  <a:lnTo>
                    <a:pt x="260" y="242"/>
                  </a:lnTo>
                  <a:lnTo>
                    <a:pt x="260" y="242"/>
                  </a:lnTo>
                  <a:close/>
                  <a:moveTo>
                    <a:pt x="170" y="242"/>
                  </a:moveTo>
                  <a:lnTo>
                    <a:pt x="170" y="305"/>
                  </a:lnTo>
                  <a:lnTo>
                    <a:pt x="214" y="305"/>
                  </a:lnTo>
                  <a:lnTo>
                    <a:pt x="214" y="242"/>
                  </a:lnTo>
                  <a:lnTo>
                    <a:pt x="170" y="242"/>
                  </a:lnTo>
                  <a:lnTo>
                    <a:pt x="170" y="242"/>
                  </a:lnTo>
                  <a:close/>
                  <a:moveTo>
                    <a:pt x="75" y="242"/>
                  </a:moveTo>
                  <a:lnTo>
                    <a:pt x="75" y="305"/>
                  </a:lnTo>
                  <a:lnTo>
                    <a:pt x="118" y="305"/>
                  </a:lnTo>
                  <a:lnTo>
                    <a:pt x="118" y="242"/>
                  </a:lnTo>
                  <a:lnTo>
                    <a:pt x="75" y="242"/>
                  </a:lnTo>
                  <a:lnTo>
                    <a:pt x="75" y="242"/>
                  </a:lnTo>
                  <a:close/>
                  <a:moveTo>
                    <a:pt x="260" y="156"/>
                  </a:moveTo>
                  <a:lnTo>
                    <a:pt x="260" y="217"/>
                  </a:lnTo>
                  <a:lnTo>
                    <a:pt x="305" y="217"/>
                  </a:lnTo>
                  <a:lnTo>
                    <a:pt x="305" y="156"/>
                  </a:lnTo>
                  <a:lnTo>
                    <a:pt x="260" y="156"/>
                  </a:lnTo>
                  <a:close/>
                </a:path>
              </a:pathLst>
            </a:custGeom>
            <a:grpFill/>
            <a:ln w="9525">
              <a:noFill/>
              <a:round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74752" y="6400887"/>
            <a:ext cx="1093905" cy="203200"/>
            <a:chOff x="2400300" y="-914400"/>
            <a:chExt cx="1093905" cy="203200"/>
          </a:xfrm>
        </p:grpSpPr>
        <p:sp>
          <p:nvSpPr>
            <p:cNvPr id="25" name="椭圆 24"/>
            <p:cNvSpPr/>
            <p:nvPr/>
          </p:nvSpPr>
          <p:spPr>
            <a:xfrm>
              <a:off x="2400300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2845653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291005" y="-914400"/>
              <a:ext cx="203200" cy="203200"/>
            </a:xfrm>
            <a:prstGeom prst="ellipse">
              <a:avLst/>
            </a:prstGeom>
            <a:solidFill>
              <a:schemeClr val="dk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: 圆角 19"/>
          <p:cNvSpPr/>
          <p:nvPr/>
        </p:nvSpPr>
        <p:spPr>
          <a:xfrm>
            <a:off x="415965" y="5269584"/>
            <a:ext cx="1795144" cy="381635"/>
          </a:xfrm>
          <a:prstGeom prst="roundRect">
            <a:avLst>
              <a:gd name="adj" fmla="val 50000"/>
            </a:avLst>
          </a:prstGeom>
          <a:solidFill>
            <a:schemeClr val="dk1">
              <a:lumMod val="10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答辩人：</a:t>
            </a:r>
            <a:r>
              <a:rPr lang="zh-CN" altLang="en-US" sz="1100" dirty="0">
                <a:latin typeface="Segoe UI Semilight" panose="020B0402040204020203" pitchFamily="34" charset="0"/>
                <a:cs typeface="Segoe UI Semilight" panose="020B0402040204020203" pitchFamily="34" charset="0"/>
                <a:sym typeface="+mn-lt"/>
              </a:rPr>
              <a:t>范一鸣  徐如意</a:t>
            </a:r>
            <a:endParaRPr lang="en-US" altLang="zh-CN" sz="1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4" name="矩形: 圆角 20"/>
          <p:cNvSpPr/>
          <p:nvPr/>
        </p:nvSpPr>
        <p:spPr>
          <a:xfrm>
            <a:off x="2461307" y="5269610"/>
            <a:ext cx="1537987" cy="3817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时间：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2025.06.10</a:t>
            </a:r>
            <a:endParaRPr lang="zh-CN" altLang="en-US" sz="1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9" name="PA_矩形 29"/>
          <p:cNvSpPr/>
          <p:nvPr>
            <p:custDataLst>
              <p:tags r:id="rId2"/>
            </p:custDataLst>
          </p:nvPr>
        </p:nvSpPr>
        <p:spPr>
          <a:xfrm>
            <a:off x="9621597" y="236328"/>
            <a:ext cx="2339102" cy="3192671"/>
          </a:xfrm>
          <a:prstGeom prst="rect">
            <a:avLst/>
          </a:prstGeom>
          <a:ln>
            <a:noFill/>
          </a:ln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2800" spc="3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  <a:sym typeface="+mn-lt"/>
              </a:rPr>
              <a:t>明德新民</a:t>
            </a:r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  <a:p>
            <a:pPr algn="dist"/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  <a:p>
            <a:pPr algn="dist"/>
            <a:r>
              <a:rPr lang="zh-CN" altLang="en-US" sz="2800" spc="3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  <a:sym typeface="+mn-lt"/>
              </a:rPr>
              <a:t>止于至善</a:t>
            </a:r>
          </a:p>
          <a:p>
            <a:pPr algn="dist"/>
            <a:endParaRPr lang="en-US" altLang="zh-CN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  <a:p>
            <a:pPr algn="dist"/>
            <a:endParaRPr lang="zh-CN" altLang="en-US" sz="2800" spc="3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51" b="29251"/>
          <a:stretch/>
        </p:blipFill>
        <p:spPr>
          <a:xfrm>
            <a:off x="-127484" y="940244"/>
            <a:ext cx="3861284" cy="900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djN2NjMDJjMDhlNTcyODdhZDcxZWMyYWM4YWYyMG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2147;#102796;#132408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392746;"/>
  <p:tag name="ISLIDE.ICON" val="#420271;#428169;#420274;"/>
  <p:tag name="ISLIDE.TEMPLATE" val="https://www.islide.cc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392746;"/>
  <p:tag name="ISLIDE.ICON" val="#420271;#428169;#420274;"/>
  <p:tag name="ISLIDE.TEMPLATE" val="https://www.islide.cc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自定义 79">
      <a:dk1>
        <a:srgbClr val="00528E"/>
      </a:dk1>
      <a:lt1>
        <a:srgbClr val="FFFFFF"/>
      </a:lt1>
      <a:dk2>
        <a:srgbClr val="44546A"/>
      </a:dk2>
      <a:lt2>
        <a:srgbClr val="E7E6E6"/>
      </a:lt2>
      <a:accent1>
        <a:srgbClr val="00528E"/>
      </a:accent1>
      <a:accent2>
        <a:srgbClr val="B48F57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dy4i51f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自定义 79">
    <a:dk1>
      <a:srgbClr val="00528E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B48F57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657</Words>
  <Application>Microsoft Office PowerPoint</Application>
  <PresentationFormat>宽屏</PresentationFormat>
  <Paragraphs>144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方正舒体</vt:lpstr>
      <vt:lpstr>华文楷体</vt:lpstr>
      <vt:lpstr>华文行楷</vt:lpstr>
      <vt:lpstr>思源黑体</vt:lpstr>
      <vt:lpstr>思源黑体 CN Bold</vt:lpstr>
      <vt:lpstr>思源黑体 CN Medium</vt:lpstr>
      <vt:lpstr>思源宋体 Heavy</vt:lpstr>
      <vt:lpstr>Arial</vt:lpstr>
      <vt:lpstr>Calibri</vt:lpstr>
      <vt:lpstr>Segoe UI Semilight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RUYI XU</cp:lastModifiedBy>
  <cp:revision>60</cp:revision>
  <dcterms:created xsi:type="dcterms:W3CDTF">2023-03-15T05:29:00Z</dcterms:created>
  <dcterms:modified xsi:type="dcterms:W3CDTF">2025-06-15T12:56:54Z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4AD68BC7C2124D85A33A2D3D81C4CF63_13</vt:lpwstr>
  </property>
  <property fmtid="{D5CDD505-2E9C-101B-9397-08002B2CF9AE}" pid="3" name="KSOProductBuildVer">
    <vt:lpwstr>2052-12.1.0.16250</vt:lpwstr>
  </property>
</Properties>
</file>